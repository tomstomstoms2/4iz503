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</p:sldMasterIdLst>
  <p:sldIdLst>
    <p:sldId id="269" r:id="rId7"/>
    <p:sldId id="257" r:id="rId8"/>
    <p:sldId id="270" r:id="rId9"/>
    <p:sldId id="272" r:id="rId10"/>
    <p:sldId id="273" r:id="rId11"/>
    <p:sldId id="274" r:id="rId12"/>
    <p:sldId id="276" r:id="rId13"/>
    <p:sldId id="275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90" r:id="rId26"/>
    <p:sldId id="291" r:id="rId27"/>
    <p:sldId id="288" r:id="rId28"/>
    <p:sldId id="289" r:id="rId29"/>
    <p:sldId id="292" r:id="rId30"/>
    <p:sldId id="293" r:id="rId31"/>
    <p:sldId id="294" r:id="rId32"/>
    <p:sldId id="295" r:id="rId33"/>
    <p:sldId id="296" r:id="rId3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AE0"/>
    <a:srgbClr val="D9FFFA"/>
    <a:srgbClr val="009881"/>
    <a:srgbClr val="B8FFF1"/>
    <a:srgbClr val="B3FFF0"/>
    <a:srgbClr val="89F7E2"/>
    <a:srgbClr val="9AE8F4"/>
    <a:srgbClr val="00659B"/>
    <a:srgbClr val="BDE7FF"/>
    <a:srgbClr val="FDE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C4DB5-CE92-4F08-BC54-E325FB9C36B1}" v="104" dt="2025-10-18T20:23:44.5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6/11/relationships/changesInfo" Target="changesInfos/changesInfo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eneda" userId="0de759db-84b9-4cc4-8fd4-b95468348193" providerId="ADAL" clId="{8618A37E-AB9A-490E-9972-4804F9CAB862}"/>
    <pc:docChg chg="undo custSel addSld delSld modSld sldOrd">
      <pc:chgData name="Tomáš Beneda" userId="0de759db-84b9-4cc4-8fd4-b95468348193" providerId="ADAL" clId="{8618A37E-AB9A-490E-9972-4804F9CAB862}" dt="2025-10-18T20:23:44.541" v="4585" actId="20577"/>
      <pc:docMkLst>
        <pc:docMk/>
      </pc:docMkLst>
      <pc:sldChg chg="modSp mod">
        <pc:chgData name="Tomáš Beneda" userId="0de759db-84b9-4cc4-8fd4-b95468348193" providerId="ADAL" clId="{8618A37E-AB9A-490E-9972-4804F9CAB862}" dt="2025-10-18T18:04:46.090" v="995" actId="20577"/>
        <pc:sldMkLst>
          <pc:docMk/>
          <pc:sldMk cId="2272059808" sldId="257"/>
        </pc:sldMkLst>
        <pc:spChg chg="mod">
          <ac:chgData name="Tomáš Beneda" userId="0de759db-84b9-4cc4-8fd4-b95468348193" providerId="ADAL" clId="{8618A37E-AB9A-490E-9972-4804F9CAB862}" dt="2025-10-18T16:31:26.325" v="261" actId="20577"/>
          <ac:spMkLst>
            <pc:docMk/>
            <pc:sldMk cId="2272059808" sldId="257"/>
            <ac:spMk id="8" creationId="{39531A38-F33D-4087-B203-BBF3E0944EAA}"/>
          </ac:spMkLst>
        </pc:spChg>
        <pc:spChg chg="mod">
          <ac:chgData name="Tomáš Beneda" userId="0de759db-84b9-4cc4-8fd4-b95468348193" providerId="ADAL" clId="{8618A37E-AB9A-490E-9972-4804F9CAB862}" dt="2025-10-18T18:04:46.090" v="995" actId="20577"/>
          <ac:spMkLst>
            <pc:docMk/>
            <pc:sldMk cId="2272059808" sldId="257"/>
            <ac:spMk id="9" creationId="{1570A1D5-4BE6-4BF1-AA6A-C4CD9C206F71}"/>
          </ac:spMkLst>
        </pc:spChg>
      </pc:sldChg>
      <pc:sldChg chg="del">
        <pc:chgData name="Tomáš Beneda" userId="0de759db-84b9-4cc4-8fd4-b95468348193" providerId="ADAL" clId="{8618A37E-AB9A-490E-9972-4804F9CAB862}" dt="2025-10-18T19:58:02.396" v="3768" actId="47"/>
        <pc:sldMkLst>
          <pc:docMk/>
          <pc:sldMk cId="4144431378" sldId="258"/>
        </pc:sldMkLst>
      </pc:sldChg>
      <pc:sldChg chg="del">
        <pc:chgData name="Tomáš Beneda" userId="0de759db-84b9-4cc4-8fd4-b95468348193" providerId="ADAL" clId="{8618A37E-AB9A-490E-9972-4804F9CAB862}" dt="2025-10-18T19:58:02.396" v="3768" actId="47"/>
        <pc:sldMkLst>
          <pc:docMk/>
          <pc:sldMk cId="3237021586" sldId="259"/>
        </pc:sldMkLst>
      </pc:sldChg>
      <pc:sldChg chg="modSp mod">
        <pc:chgData name="Tomáš Beneda" userId="0de759db-84b9-4cc4-8fd4-b95468348193" providerId="ADAL" clId="{8618A37E-AB9A-490E-9972-4804F9CAB862}" dt="2025-10-18T15:41:58.397" v="256" actId="27636"/>
        <pc:sldMkLst>
          <pc:docMk/>
          <pc:sldMk cId="1287286663" sldId="269"/>
        </pc:sldMkLst>
        <pc:spChg chg="mod">
          <ac:chgData name="Tomáš Beneda" userId="0de759db-84b9-4cc4-8fd4-b95468348193" providerId="ADAL" clId="{8618A37E-AB9A-490E-9972-4804F9CAB862}" dt="2025-10-18T15:40:05.506" v="185" actId="20577"/>
          <ac:spMkLst>
            <pc:docMk/>
            <pc:sldMk cId="1287286663" sldId="269"/>
            <ac:spMk id="6" creationId="{D3B167F7-A0DB-461B-86F4-984F46166B91}"/>
          </ac:spMkLst>
        </pc:spChg>
        <pc:spChg chg="mod">
          <ac:chgData name="Tomáš Beneda" userId="0de759db-84b9-4cc4-8fd4-b95468348193" providerId="ADAL" clId="{8618A37E-AB9A-490E-9972-4804F9CAB862}" dt="2025-10-18T15:39:08.718" v="55" actId="20577"/>
          <ac:spMkLst>
            <pc:docMk/>
            <pc:sldMk cId="1287286663" sldId="269"/>
            <ac:spMk id="7" creationId="{DC113F0D-208B-477E-84A3-F919958FFAC1}"/>
          </ac:spMkLst>
        </pc:spChg>
        <pc:spChg chg="mod">
          <ac:chgData name="Tomáš Beneda" userId="0de759db-84b9-4cc4-8fd4-b95468348193" providerId="ADAL" clId="{8618A37E-AB9A-490E-9972-4804F9CAB862}" dt="2025-10-18T15:40:12.552" v="197" actId="20577"/>
          <ac:spMkLst>
            <pc:docMk/>
            <pc:sldMk cId="1287286663" sldId="269"/>
            <ac:spMk id="8" creationId="{28E76684-B096-4148-9243-D007B536D133}"/>
          </ac:spMkLst>
        </pc:spChg>
        <pc:spChg chg="mod">
          <ac:chgData name="Tomáš Beneda" userId="0de759db-84b9-4cc4-8fd4-b95468348193" providerId="ADAL" clId="{8618A37E-AB9A-490E-9972-4804F9CAB862}" dt="2025-10-18T15:41:58.397" v="256" actId="27636"/>
          <ac:spMkLst>
            <pc:docMk/>
            <pc:sldMk cId="1287286663" sldId="269"/>
            <ac:spMk id="9" creationId="{1A698967-CA31-411B-A074-48A90A010A93}"/>
          </ac:spMkLst>
        </pc:spChg>
      </pc:sldChg>
      <pc:sldChg chg="delSp modSp mod">
        <pc:chgData name="Tomáš Beneda" userId="0de759db-84b9-4cc4-8fd4-b95468348193" providerId="ADAL" clId="{8618A37E-AB9A-490E-9972-4804F9CAB862}" dt="2025-10-18T16:34:44.520" v="454" actId="478"/>
        <pc:sldMkLst>
          <pc:docMk/>
          <pc:sldMk cId="842298916" sldId="270"/>
        </pc:sldMkLst>
        <pc:spChg chg="mod">
          <ac:chgData name="Tomáš Beneda" userId="0de759db-84b9-4cc4-8fd4-b95468348193" providerId="ADAL" clId="{8618A37E-AB9A-490E-9972-4804F9CAB862}" dt="2025-10-18T16:34:40.033" v="453" actId="27636"/>
          <ac:spMkLst>
            <pc:docMk/>
            <pc:sldMk cId="842298916" sldId="270"/>
            <ac:spMk id="8" creationId="{19685070-0FAB-4186-AAB0-FD9F84C926C5}"/>
          </ac:spMkLst>
        </pc:spChg>
        <pc:spChg chg="del">
          <ac:chgData name="Tomáš Beneda" userId="0de759db-84b9-4cc4-8fd4-b95468348193" providerId="ADAL" clId="{8618A37E-AB9A-490E-9972-4804F9CAB862}" dt="2025-10-18T16:34:44.520" v="454" actId="478"/>
          <ac:spMkLst>
            <pc:docMk/>
            <pc:sldMk cId="842298916" sldId="270"/>
            <ac:spMk id="9" creationId="{67C6D53D-5B83-4C7E-AC58-7BA047C1784C}"/>
          </ac:spMkLst>
        </pc:spChg>
        <pc:spChg chg="del">
          <ac:chgData name="Tomáš Beneda" userId="0de759db-84b9-4cc4-8fd4-b95468348193" providerId="ADAL" clId="{8618A37E-AB9A-490E-9972-4804F9CAB862}" dt="2025-10-18T16:34:44.520" v="454" actId="478"/>
          <ac:spMkLst>
            <pc:docMk/>
            <pc:sldMk cId="842298916" sldId="270"/>
            <ac:spMk id="10" creationId="{AEC060DD-90B9-49C5-B00C-47B18EB83BED}"/>
          </ac:spMkLst>
        </pc:spChg>
      </pc:sldChg>
      <pc:sldChg chg="del">
        <pc:chgData name="Tomáš Beneda" userId="0de759db-84b9-4cc4-8fd4-b95468348193" providerId="ADAL" clId="{8618A37E-AB9A-490E-9972-4804F9CAB862}" dt="2025-10-18T19:58:06.101" v="3769" actId="47"/>
        <pc:sldMkLst>
          <pc:docMk/>
          <pc:sldMk cId="719906113" sldId="271"/>
        </pc:sldMkLst>
      </pc:sldChg>
      <pc:sldChg chg="modSp add mod ord">
        <pc:chgData name="Tomáš Beneda" userId="0de759db-84b9-4cc4-8fd4-b95468348193" providerId="ADAL" clId="{8618A37E-AB9A-490E-9972-4804F9CAB862}" dt="2025-10-18T16:45:11.846" v="760" actId="20577"/>
        <pc:sldMkLst>
          <pc:docMk/>
          <pc:sldMk cId="4250305069" sldId="272"/>
        </pc:sldMkLst>
        <pc:spChg chg="mod">
          <ac:chgData name="Tomáš Beneda" userId="0de759db-84b9-4cc4-8fd4-b95468348193" providerId="ADAL" clId="{8618A37E-AB9A-490E-9972-4804F9CAB862}" dt="2025-10-18T16:36:59.224" v="490" actId="20577"/>
          <ac:spMkLst>
            <pc:docMk/>
            <pc:sldMk cId="4250305069" sldId="272"/>
            <ac:spMk id="8" creationId="{F947223C-2B35-4D7E-B6A3-2972A4ABE73E}"/>
          </ac:spMkLst>
        </pc:spChg>
        <pc:spChg chg="mod">
          <ac:chgData name="Tomáš Beneda" userId="0de759db-84b9-4cc4-8fd4-b95468348193" providerId="ADAL" clId="{8618A37E-AB9A-490E-9972-4804F9CAB862}" dt="2025-10-18T16:45:11.846" v="760" actId="20577"/>
          <ac:spMkLst>
            <pc:docMk/>
            <pc:sldMk cId="4250305069" sldId="272"/>
            <ac:spMk id="9" creationId="{685827C9-8BB7-AF0C-3F5C-4E4A6D3E5547}"/>
          </ac:spMkLst>
        </pc:spChg>
      </pc:sldChg>
      <pc:sldChg chg="addSp delSp modSp add mod">
        <pc:chgData name="Tomáš Beneda" userId="0de759db-84b9-4cc4-8fd4-b95468348193" providerId="ADAL" clId="{8618A37E-AB9A-490E-9972-4804F9CAB862}" dt="2025-10-18T18:21:19.043" v="1068" actId="1076"/>
        <pc:sldMkLst>
          <pc:docMk/>
          <pc:sldMk cId="2772231168" sldId="273"/>
        </pc:sldMkLst>
        <pc:spChg chg="add">
          <ac:chgData name="Tomáš Beneda" userId="0de759db-84b9-4cc4-8fd4-b95468348193" providerId="ADAL" clId="{8618A37E-AB9A-490E-9972-4804F9CAB862}" dt="2025-10-18T16:51:01.330" v="876"/>
          <ac:spMkLst>
            <pc:docMk/>
            <pc:sldMk cId="2772231168" sldId="273"/>
            <ac:spMk id="2" creationId="{165E22F4-101B-A6A9-863E-34752E48B6E1}"/>
          </ac:spMkLst>
        </pc:spChg>
        <pc:spChg chg="mod">
          <ac:chgData name="Tomáš Beneda" userId="0de759db-84b9-4cc4-8fd4-b95468348193" providerId="ADAL" clId="{8618A37E-AB9A-490E-9972-4804F9CAB862}" dt="2025-10-18T16:46:09.308" v="816" actId="20577"/>
          <ac:spMkLst>
            <pc:docMk/>
            <pc:sldMk cId="2772231168" sldId="273"/>
            <ac:spMk id="8" creationId="{0AFBCE3C-CA96-CF2A-9059-108B78690A8C}"/>
          </ac:spMkLst>
        </pc:spChg>
        <pc:spChg chg="mod">
          <ac:chgData name="Tomáš Beneda" userId="0de759db-84b9-4cc4-8fd4-b95468348193" providerId="ADAL" clId="{8618A37E-AB9A-490E-9972-4804F9CAB862}" dt="2025-10-18T17:03:44.371" v="903" actId="20577"/>
          <ac:spMkLst>
            <pc:docMk/>
            <pc:sldMk cId="2772231168" sldId="273"/>
            <ac:spMk id="9" creationId="{9E2B48F9-E334-8756-00D0-166FDF7C9582}"/>
          </ac:spMkLst>
        </pc:spChg>
        <pc:picChg chg="add del mod">
          <ac:chgData name="Tomáš Beneda" userId="0de759db-84b9-4cc4-8fd4-b95468348193" providerId="ADAL" clId="{8618A37E-AB9A-490E-9972-4804F9CAB862}" dt="2025-10-18T17:47:00.800" v="907" actId="478"/>
          <ac:picMkLst>
            <pc:docMk/>
            <pc:sldMk cId="2772231168" sldId="273"/>
            <ac:picMk id="4" creationId="{C2154AA0-C828-62A4-6856-9DA90765841D}"/>
          </ac:picMkLst>
        </pc:picChg>
        <pc:picChg chg="add del mod">
          <ac:chgData name="Tomáš Beneda" userId="0de759db-84b9-4cc4-8fd4-b95468348193" providerId="ADAL" clId="{8618A37E-AB9A-490E-9972-4804F9CAB862}" dt="2025-10-18T18:21:17.175" v="1066" actId="478"/>
          <ac:picMkLst>
            <pc:docMk/>
            <pc:sldMk cId="2772231168" sldId="273"/>
            <ac:picMk id="6" creationId="{588C9B0D-6AA0-4677-0D88-129C13988274}"/>
          </ac:picMkLst>
        </pc:picChg>
        <pc:picChg chg="add mod">
          <ac:chgData name="Tomáš Beneda" userId="0de759db-84b9-4cc4-8fd4-b95468348193" providerId="ADAL" clId="{8618A37E-AB9A-490E-9972-4804F9CAB862}" dt="2025-10-18T18:21:19.043" v="1068" actId="1076"/>
          <ac:picMkLst>
            <pc:docMk/>
            <pc:sldMk cId="2772231168" sldId="273"/>
            <ac:picMk id="10" creationId="{BA89A9ED-9D69-1832-A88B-0E171E01B916}"/>
          </ac:picMkLst>
        </pc:picChg>
      </pc:sldChg>
      <pc:sldChg chg="addSp delSp modSp add mod">
        <pc:chgData name="Tomáš Beneda" userId="0de759db-84b9-4cc4-8fd4-b95468348193" providerId="ADAL" clId="{8618A37E-AB9A-490E-9972-4804F9CAB862}" dt="2025-10-18T19:28:20.840" v="1919" actId="1076"/>
        <pc:sldMkLst>
          <pc:docMk/>
          <pc:sldMk cId="392069372" sldId="274"/>
        </pc:sldMkLst>
        <pc:spChg chg="mod">
          <ac:chgData name="Tomáš Beneda" userId="0de759db-84b9-4cc4-8fd4-b95468348193" providerId="ADAL" clId="{8618A37E-AB9A-490E-9972-4804F9CAB862}" dt="2025-10-18T18:14:01.232" v="1040" actId="20577"/>
          <ac:spMkLst>
            <pc:docMk/>
            <pc:sldMk cId="392069372" sldId="274"/>
            <ac:spMk id="8" creationId="{457DAAA5-C4CE-6BE7-9DCB-0ED89DCF42D0}"/>
          </ac:spMkLst>
        </pc:spChg>
        <pc:spChg chg="mod">
          <ac:chgData name="Tomáš Beneda" userId="0de759db-84b9-4cc4-8fd4-b95468348193" providerId="ADAL" clId="{8618A37E-AB9A-490E-9972-4804F9CAB862}" dt="2025-10-18T19:28:15.028" v="1918" actId="20577"/>
          <ac:spMkLst>
            <pc:docMk/>
            <pc:sldMk cId="392069372" sldId="274"/>
            <ac:spMk id="9" creationId="{4A2399B5-77EA-AB83-17FA-E70DCA0AC0B9}"/>
          </ac:spMkLst>
        </pc:spChg>
        <pc:picChg chg="add mod">
          <ac:chgData name="Tomáš Beneda" userId="0de759db-84b9-4cc4-8fd4-b95468348193" providerId="ADAL" clId="{8618A37E-AB9A-490E-9972-4804F9CAB862}" dt="2025-10-18T19:28:20.840" v="1919" actId="1076"/>
          <ac:picMkLst>
            <pc:docMk/>
            <pc:sldMk cId="392069372" sldId="274"/>
            <ac:picMk id="3" creationId="{AFE3424B-63ED-0013-345E-CAB5B1324DC4}"/>
          </ac:picMkLst>
        </pc:picChg>
        <pc:picChg chg="del">
          <ac:chgData name="Tomáš Beneda" userId="0de759db-84b9-4cc4-8fd4-b95468348193" providerId="ADAL" clId="{8618A37E-AB9A-490E-9972-4804F9CAB862}" dt="2025-10-18T17:57:22.789" v="928" actId="478"/>
          <ac:picMkLst>
            <pc:docMk/>
            <pc:sldMk cId="392069372" sldId="274"/>
            <ac:picMk id="6" creationId="{C1DA1E2A-A567-47F7-58D4-BB74703390BC}"/>
          </ac:picMkLst>
        </pc:picChg>
      </pc:sldChg>
      <pc:sldChg chg="addSp delSp modSp add mod">
        <pc:chgData name="Tomáš Beneda" userId="0de759db-84b9-4cc4-8fd4-b95468348193" providerId="ADAL" clId="{8618A37E-AB9A-490E-9972-4804F9CAB862}" dt="2025-10-18T18:04:26.428" v="984" actId="20577"/>
        <pc:sldMkLst>
          <pc:docMk/>
          <pc:sldMk cId="2668009089" sldId="275"/>
        </pc:sldMkLst>
        <pc:spChg chg="add mod">
          <ac:chgData name="Tomáš Beneda" userId="0de759db-84b9-4cc4-8fd4-b95468348193" providerId="ADAL" clId="{8618A37E-AB9A-490E-9972-4804F9CAB862}" dt="2025-10-18T18:03:51.313" v="961"/>
          <ac:spMkLst>
            <pc:docMk/>
            <pc:sldMk cId="2668009089" sldId="275"/>
            <ac:spMk id="2" creationId="{16921A0E-9EA6-1E6B-6F81-AF38727E1635}"/>
          </ac:spMkLst>
        </pc:spChg>
        <pc:spChg chg="mod">
          <ac:chgData name="Tomáš Beneda" userId="0de759db-84b9-4cc4-8fd4-b95468348193" providerId="ADAL" clId="{8618A37E-AB9A-490E-9972-4804F9CAB862}" dt="2025-10-18T18:02:22.452" v="955"/>
          <ac:spMkLst>
            <pc:docMk/>
            <pc:sldMk cId="2668009089" sldId="275"/>
            <ac:spMk id="8" creationId="{83465E89-6223-FD8F-CA9A-615085E55901}"/>
          </ac:spMkLst>
        </pc:spChg>
        <pc:spChg chg="add del mod">
          <ac:chgData name="Tomáš Beneda" userId="0de759db-84b9-4cc4-8fd4-b95468348193" providerId="ADAL" clId="{8618A37E-AB9A-490E-9972-4804F9CAB862}" dt="2025-10-18T18:04:26.428" v="984" actId="20577"/>
          <ac:spMkLst>
            <pc:docMk/>
            <pc:sldMk cId="2668009089" sldId="275"/>
            <ac:spMk id="9" creationId="{B233F6F2-3DDB-3AC6-5198-3D7E1C98DB43}"/>
          </ac:spMkLst>
        </pc:spChg>
        <pc:picChg chg="del">
          <ac:chgData name="Tomáš Beneda" userId="0de759db-84b9-4cc4-8fd4-b95468348193" providerId="ADAL" clId="{8618A37E-AB9A-490E-9972-4804F9CAB862}" dt="2025-10-18T18:02:24.656" v="956" actId="478"/>
          <ac:picMkLst>
            <pc:docMk/>
            <pc:sldMk cId="2668009089" sldId="275"/>
            <ac:picMk id="3" creationId="{20CDEDD5-3F94-DA4F-093B-FE2A179820EC}"/>
          </ac:picMkLst>
        </pc:picChg>
      </pc:sldChg>
      <pc:sldChg chg="modSp add mod ord">
        <pc:chgData name="Tomáš Beneda" userId="0de759db-84b9-4cc4-8fd4-b95468348193" providerId="ADAL" clId="{8618A37E-AB9A-490E-9972-4804F9CAB862}" dt="2025-10-18T18:02:15.853" v="954" actId="20577"/>
        <pc:sldMkLst>
          <pc:docMk/>
          <pc:sldMk cId="2607935477" sldId="276"/>
        </pc:sldMkLst>
        <pc:spChg chg="mod">
          <ac:chgData name="Tomáš Beneda" userId="0de759db-84b9-4cc4-8fd4-b95468348193" providerId="ADAL" clId="{8618A37E-AB9A-490E-9972-4804F9CAB862}" dt="2025-10-18T18:02:15.853" v="954" actId="20577"/>
          <ac:spMkLst>
            <pc:docMk/>
            <pc:sldMk cId="2607935477" sldId="276"/>
            <ac:spMk id="8" creationId="{7CBBD780-52C0-1EDC-E43F-868917724481}"/>
          </ac:spMkLst>
        </pc:spChg>
      </pc:sldChg>
      <pc:sldChg chg="modSp add mod ord">
        <pc:chgData name="Tomáš Beneda" userId="0de759db-84b9-4cc4-8fd4-b95468348193" providerId="ADAL" clId="{8618A37E-AB9A-490E-9972-4804F9CAB862}" dt="2025-10-18T18:05:01.721" v="1034" actId="20577"/>
        <pc:sldMkLst>
          <pc:docMk/>
          <pc:sldMk cId="1455056742" sldId="277"/>
        </pc:sldMkLst>
        <pc:spChg chg="mod">
          <ac:chgData name="Tomáš Beneda" userId="0de759db-84b9-4cc4-8fd4-b95468348193" providerId="ADAL" clId="{8618A37E-AB9A-490E-9972-4804F9CAB862}" dt="2025-10-18T18:05:01.721" v="1034" actId="20577"/>
          <ac:spMkLst>
            <pc:docMk/>
            <pc:sldMk cId="1455056742" sldId="277"/>
            <ac:spMk id="8" creationId="{E9DECDE3-31C9-6A03-688F-8DE112B278A9}"/>
          </ac:spMkLst>
        </pc:spChg>
      </pc:sldChg>
      <pc:sldChg chg="modSp add mod ord">
        <pc:chgData name="Tomáš Beneda" userId="0de759db-84b9-4cc4-8fd4-b95468348193" providerId="ADAL" clId="{8618A37E-AB9A-490E-9972-4804F9CAB862}" dt="2025-10-18T18:53:02.580" v="1392" actId="20577"/>
        <pc:sldMkLst>
          <pc:docMk/>
          <pc:sldMk cId="1393945461" sldId="278"/>
        </pc:sldMkLst>
        <pc:spChg chg="mod">
          <ac:chgData name="Tomáš Beneda" userId="0de759db-84b9-4cc4-8fd4-b95468348193" providerId="ADAL" clId="{8618A37E-AB9A-490E-9972-4804F9CAB862}" dt="2025-10-18T18:52:51.669" v="1344" actId="20577"/>
          <ac:spMkLst>
            <pc:docMk/>
            <pc:sldMk cId="1393945461" sldId="278"/>
            <ac:spMk id="8" creationId="{D481C7A3-0E07-1F1A-6FD1-4221E47BA8AF}"/>
          </ac:spMkLst>
        </pc:spChg>
        <pc:spChg chg="mod">
          <ac:chgData name="Tomáš Beneda" userId="0de759db-84b9-4cc4-8fd4-b95468348193" providerId="ADAL" clId="{8618A37E-AB9A-490E-9972-4804F9CAB862}" dt="2025-10-18T18:53:02.580" v="1392" actId="20577"/>
          <ac:spMkLst>
            <pc:docMk/>
            <pc:sldMk cId="1393945461" sldId="278"/>
            <ac:spMk id="9" creationId="{DB9728D2-9BD4-6893-8A1D-B57AA3641B56}"/>
          </ac:spMkLst>
        </pc:spChg>
      </pc:sldChg>
      <pc:sldChg chg="modSp add mod">
        <pc:chgData name="Tomáš Beneda" userId="0de759db-84b9-4cc4-8fd4-b95468348193" providerId="ADAL" clId="{8618A37E-AB9A-490E-9972-4804F9CAB862}" dt="2025-10-18T18:53:17.549" v="1412" actId="20577"/>
        <pc:sldMkLst>
          <pc:docMk/>
          <pc:sldMk cId="780764578" sldId="279"/>
        </pc:sldMkLst>
        <pc:spChg chg="mod">
          <ac:chgData name="Tomáš Beneda" userId="0de759db-84b9-4cc4-8fd4-b95468348193" providerId="ADAL" clId="{8618A37E-AB9A-490E-9972-4804F9CAB862}" dt="2025-10-18T18:53:17.549" v="1412" actId="20577"/>
          <ac:spMkLst>
            <pc:docMk/>
            <pc:sldMk cId="780764578" sldId="279"/>
            <ac:spMk id="8" creationId="{40251499-1190-DFCD-6FD8-9B2CAC2CFA5B}"/>
          </ac:spMkLst>
        </pc:spChg>
        <pc:spChg chg="mod">
          <ac:chgData name="Tomáš Beneda" userId="0de759db-84b9-4cc4-8fd4-b95468348193" providerId="ADAL" clId="{8618A37E-AB9A-490E-9972-4804F9CAB862}" dt="2025-10-18T18:51:10.616" v="1322" actId="20577"/>
          <ac:spMkLst>
            <pc:docMk/>
            <pc:sldMk cId="780764578" sldId="279"/>
            <ac:spMk id="9" creationId="{A2665309-940C-9E14-7DF5-4A8B264B3E4A}"/>
          </ac:spMkLst>
        </pc:spChg>
      </pc:sldChg>
      <pc:sldChg chg="modSp add mod">
        <pc:chgData name="Tomáš Beneda" userId="0de759db-84b9-4cc4-8fd4-b95468348193" providerId="ADAL" clId="{8618A37E-AB9A-490E-9972-4804F9CAB862}" dt="2025-10-18T18:53:27.037" v="1413"/>
        <pc:sldMkLst>
          <pc:docMk/>
          <pc:sldMk cId="213757713" sldId="280"/>
        </pc:sldMkLst>
        <pc:spChg chg="mod">
          <ac:chgData name="Tomáš Beneda" userId="0de759db-84b9-4cc4-8fd4-b95468348193" providerId="ADAL" clId="{8618A37E-AB9A-490E-9972-4804F9CAB862}" dt="2025-10-18T18:53:27.037" v="1413"/>
          <ac:spMkLst>
            <pc:docMk/>
            <pc:sldMk cId="213757713" sldId="280"/>
            <ac:spMk id="8" creationId="{1D0A9381-DF00-3165-49EC-6C102F9DB4B5}"/>
          </ac:spMkLst>
        </pc:spChg>
        <pc:spChg chg="mod">
          <ac:chgData name="Tomáš Beneda" userId="0de759db-84b9-4cc4-8fd4-b95468348193" providerId="ADAL" clId="{8618A37E-AB9A-490E-9972-4804F9CAB862}" dt="2025-10-18T18:51:17.700" v="1324" actId="27636"/>
          <ac:spMkLst>
            <pc:docMk/>
            <pc:sldMk cId="213757713" sldId="280"/>
            <ac:spMk id="9" creationId="{C0B8F1CC-D192-24DB-4BC1-8BF6A2DBB497}"/>
          </ac:spMkLst>
        </pc:spChg>
      </pc:sldChg>
      <pc:sldChg chg="modSp add mod">
        <pc:chgData name="Tomáš Beneda" userId="0de759db-84b9-4cc4-8fd4-b95468348193" providerId="ADAL" clId="{8618A37E-AB9A-490E-9972-4804F9CAB862}" dt="2025-10-18T18:54:40.183" v="1437" actId="20577"/>
        <pc:sldMkLst>
          <pc:docMk/>
          <pc:sldMk cId="1545989153" sldId="281"/>
        </pc:sldMkLst>
        <pc:spChg chg="mod">
          <ac:chgData name="Tomáš Beneda" userId="0de759db-84b9-4cc4-8fd4-b95468348193" providerId="ADAL" clId="{8618A37E-AB9A-490E-9972-4804F9CAB862}" dt="2025-10-18T18:53:31.293" v="1414"/>
          <ac:spMkLst>
            <pc:docMk/>
            <pc:sldMk cId="1545989153" sldId="281"/>
            <ac:spMk id="8" creationId="{B7057631-BB7D-4FE2-CA84-701BE17E909B}"/>
          </ac:spMkLst>
        </pc:spChg>
        <pc:spChg chg="mod">
          <ac:chgData name="Tomáš Beneda" userId="0de759db-84b9-4cc4-8fd4-b95468348193" providerId="ADAL" clId="{8618A37E-AB9A-490E-9972-4804F9CAB862}" dt="2025-10-18T18:54:40.183" v="1437" actId="20577"/>
          <ac:spMkLst>
            <pc:docMk/>
            <pc:sldMk cId="1545989153" sldId="281"/>
            <ac:spMk id="9" creationId="{E3B38C13-A54E-D959-DEE1-B884D8356A2A}"/>
          </ac:spMkLst>
        </pc:spChg>
      </pc:sldChg>
      <pc:sldChg chg="modSp add mod">
        <pc:chgData name="Tomáš Beneda" userId="0de759db-84b9-4cc4-8fd4-b95468348193" providerId="ADAL" clId="{8618A37E-AB9A-490E-9972-4804F9CAB862}" dt="2025-10-18T18:54:44.471" v="1438" actId="20577"/>
        <pc:sldMkLst>
          <pc:docMk/>
          <pc:sldMk cId="1047138583" sldId="282"/>
        </pc:sldMkLst>
        <pc:spChg chg="mod">
          <ac:chgData name="Tomáš Beneda" userId="0de759db-84b9-4cc4-8fd4-b95468348193" providerId="ADAL" clId="{8618A37E-AB9A-490E-9972-4804F9CAB862}" dt="2025-10-18T18:54:44.471" v="1438" actId="20577"/>
          <ac:spMkLst>
            <pc:docMk/>
            <pc:sldMk cId="1047138583" sldId="282"/>
            <ac:spMk id="9" creationId="{A4CD10EB-C13E-C697-0356-924945688C05}"/>
          </ac:spMkLst>
        </pc:spChg>
      </pc:sldChg>
      <pc:sldChg chg="add del">
        <pc:chgData name="Tomáš Beneda" userId="0de759db-84b9-4cc4-8fd4-b95468348193" providerId="ADAL" clId="{8618A37E-AB9A-490E-9972-4804F9CAB862}" dt="2025-10-18T18:53:34.807" v="1415" actId="47"/>
        <pc:sldMkLst>
          <pc:docMk/>
          <pc:sldMk cId="2518736632" sldId="282"/>
        </pc:sldMkLst>
      </pc:sldChg>
      <pc:sldChg chg="modSp add mod">
        <pc:chgData name="Tomáš Beneda" userId="0de759db-84b9-4cc4-8fd4-b95468348193" providerId="ADAL" clId="{8618A37E-AB9A-490E-9972-4804F9CAB862}" dt="2025-10-18T18:54:47.282" v="1439" actId="20577"/>
        <pc:sldMkLst>
          <pc:docMk/>
          <pc:sldMk cId="2833586899" sldId="283"/>
        </pc:sldMkLst>
        <pc:spChg chg="mod">
          <ac:chgData name="Tomáš Beneda" userId="0de759db-84b9-4cc4-8fd4-b95468348193" providerId="ADAL" clId="{8618A37E-AB9A-490E-9972-4804F9CAB862}" dt="2025-10-18T18:54:47.282" v="1439" actId="20577"/>
          <ac:spMkLst>
            <pc:docMk/>
            <pc:sldMk cId="2833586899" sldId="283"/>
            <ac:spMk id="9" creationId="{0C883994-F023-8CC7-1815-2007E1F1DF07}"/>
          </ac:spMkLst>
        </pc:spChg>
      </pc:sldChg>
      <pc:sldChg chg="add del">
        <pc:chgData name="Tomáš Beneda" userId="0de759db-84b9-4cc4-8fd4-b95468348193" providerId="ADAL" clId="{8618A37E-AB9A-490E-9972-4804F9CAB862}" dt="2025-10-18T18:53:34.807" v="1415" actId="47"/>
        <pc:sldMkLst>
          <pc:docMk/>
          <pc:sldMk cId="3867693214" sldId="283"/>
        </pc:sldMkLst>
      </pc:sldChg>
      <pc:sldChg chg="add del">
        <pc:chgData name="Tomáš Beneda" userId="0de759db-84b9-4cc4-8fd4-b95468348193" providerId="ADAL" clId="{8618A37E-AB9A-490E-9972-4804F9CAB862}" dt="2025-10-18T18:53:34.807" v="1415" actId="47"/>
        <pc:sldMkLst>
          <pc:docMk/>
          <pc:sldMk cId="1408822350" sldId="284"/>
        </pc:sldMkLst>
      </pc:sldChg>
      <pc:sldChg chg="modSp add mod">
        <pc:chgData name="Tomáš Beneda" userId="0de759db-84b9-4cc4-8fd4-b95468348193" providerId="ADAL" clId="{8618A37E-AB9A-490E-9972-4804F9CAB862}" dt="2025-10-18T18:54:50.472" v="1441" actId="27636"/>
        <pc:sldMkLst>
          <pc:docMk/>
          <pc:sldMk cId="2971625467" sldId="284"/>
        </pc:sldMkLst>
        <pc:spChg chg="mod">
          <ac:chgData name="Tomáš Beneda" userId="0de759db-84b9-4cc4-8fd4-b95468348193" providerId="ADAL" clId="{8618A37E-AB9A-490E-9972-4804F9CAB862}" dt="2025-10-18T18:54:50.472" v="1441" actId="27636"/>
          <ac:spMkLst>
            <pc:docMk/>
            <pc:sldMk cId="2971625467" sldId="284"/>
            <ac:spMk id="9" creationId="{B6A5EB42-8D74-679C-3A35-0F5E656E53D1}"/>
          </ac:spMkLst>
        </pc:spChg>
      </pc:sldChg>
      <pc:sldChg chg="modSp add mod">
        <pc:chgData name="Tomáš Beneda" userId="0de759db-84b9-4cc4-8fd4-b95468348193" providerId="ADAL" clId="{8618A37E-AB9A-490E-9972-4804F9CAB862}" dt="2025-10-18T18:54:57.594" v="1443" actId="27636"/>
        <pc:sldMkLst>
          <pc:docMk/>
          <pc:sldMk cId="1258526189" sldId="285"/>
        </pc:sldMkLst>
        <pc:spChg chg="mod">
          <ac:chgData name="Tomáš Beneda" userId="0de759db-84b9-4cc4-8fd4-b95468348193" providerId="ADAL" clId="{8618A37E-AB9A-490E-9972-4804F9CAB862}" dt="2025-10-18T18:54:57.594" v="1443" actId="27636"/>
          <ac:spMkLst>
            <pc:docMk/>
            <pc:sldMk cId="1258526189" sldId="285"/>
            <ac:spMk id="9" creationId="{BB18A55D-7EC9-785B-0994-3731AA13EF4B}"/>
          </ac:spMkLst>
        </pc:spChg>
      </pc:sldChg>
      <pc:sldChg chg="modSp add mod">
        <pc:chgData name="Tomáš Beneda" userId="0de759db-84b9-4cc4-8fd4-b95468348193" providerId="ADAL" clId="{8618A37E-AB9A-490E-9972-4804F9CAB862}" dt="2025-10-18T19:43:46.860" v="3215" actId="20577"/>
        <pc:sldMkLst>
          <pc:docMk/>
          <pc:sldMk cId="1449998066" sldId="286"/>
        </pc:sldMkLst>
        <pc:spChg chg="mod">
          <ac:chgData name="Tomáš Beneda" userId="0de759db-84b9-4cc4-8fd4-b95468348193" providerId="ADAL" clId="{8618A37E-AB9A-490E-9972-4804F9CAB862}" dt="2025-10-18T18:55:55.359" v="1479" actId="20577"/>
          <ac:spMkLst>
            <pc:docMk/>
            <pc:sldMk cId="1449998066" sldId="286"/>
            <ac:spMk id="8" creationId="{CF6775B1-C389-6818-9BBC-4D54DC7BF49F}"/>
          </ac:spMkLst>
        </pc:spChg>
        <pc:spChg chg="mod">
          <ac:chgData name="Tomáš Beneda" userId="0de759db-84b9-4cc4-8fd4-b95468348193" providerId="ADAL" clId="{8618A37E-AB9A-490E-9972-4804F9CAB862}" dt="2025-10-18T19:43:46.860" v="3215" actId="20577"/>
          <ac:spMkLst>
            <pc:docMk/>
            <pc:sldMk cId="1449998066" sldId="286"/>
            <ac:spMk id="9" creationId="{51483C97-6A0E-C1CD-A529-184CB7BB65B1}"/>
          </ac:spMkLst>
        </pc:spChg>
      </pc:sldChg>
      <pc:sldChg chg="addSp delSp modSp add mod">
        <pc:chgData name="Tomáš Beneda" userId="0de759db-84b9-4cc4-8fd4-b95468348193" providerId="ADAL" clId="{8618A37E-AB9A-490E-9972-4804F9CAB862}" dt="2025-10-18T19:26:41.954" v="1795" actId="14100"/>
        <pc:sldMkLst>
          <pc:docMk/>
          <pc:sldMk cId="575012812" sldId="287"/>
        </pc:sldMkLst>
        <pc:spChg chg="mod">
          <ac:chgData name="Tomáš Beneda" userId="0de759db-84b9-4cc4-8fd4-b95468348193" providerId="ADAL" clId="{8618A37E-AB9A-490E-9972-4804F9CAB862}" dt="2025-10-18T19:20:16.407" v="1523" actId="20577"/>
          <ac:spMkLst>
            <pc:docMk/>
            <pc:sldMk cId="575012812" sldId="287"/>
            <ac:spMk id="8" creationId="{0F52B8BA-F21C-14FC-14FC-D41965F94FDA}"/>
          </ac:spMkLst>
        </pc:spChg>
        <pc:spChg chg="mod">
          <ac:chgData name="Tomáš Beneda" userId="0de759db-84b9-4cc4-8fd4-b95468348193" providerId="ADAL" clId="{8618A37E-AB9A-490E-9972-4804F9CAB862}" dt="2025-10-18T19:26:26.998" v="1773" actId="20577"/>
          <ac:spMkLst>
            <pc:docMk/>
            <pc:sldMk cId="575012812" sldId="287"/>
            <ac:spMk id="9" creationId="{CF8D7A05-C1CD-C9DA-E064-40CE02F69E8E}"/>
          </ac:spMkLst>
        </pc:spChg>
        <pc:spChg chg="add mod">
          <ac:chgData name="Tomáš Beneda" userId="0de759db-84b9-4cc4-8fd4-b95468348193" providerId="ADAL" clId="{8618A37E-AB9A-490E-9972-4804F9CAB862}" dt="2025-10-18T19:26:41.954" v="1795" actId="14100"/>
          <ac:spMkLst>
            <pc:docMk/>
            <pc:sldMk cId="575012812" sldId="287"/>
            <ac:spMk id="10" creationId="{1099158D-B90E-6A5E-0669-A782FB2A83DA}"/>
          </ac:spMkLst>
        </pc:spChg>
        <pc:picChg chg="add del mod">
          <ac:chgData name="Tomáš Beneda" userId="0de759db-84b9-4cc4-8fd4-b95468348193" providerId="ADAL" clId="{8618A37E-AB9A-490E-9972-4804F9CAB862}" dt="2025-10-18T19:22:01.218" v="1679" actId="478"/>
          <ac:picMkLst>
            <pc:docMk/>
            <pc:sldMk cId="575012812" sldId="287"/>
            <ac:picMk id="3" creationId="{D85EE6D5-7492-548A-946E-2E7623DB8996}"/>
          </ac:picMkLst>
        </pc:picChg>
        <pc:picChg chg="add mod">
          <ac:chgData name="Tomáš Beneda" userId="0de759db-84b9-4cc4-8fd4-b95468348193" providerId="ADAL" clId="{8618A37E-AB9A-490E-9972-4804F9CAB862}" dt="2025-10-18T19:22:47.759" v="1687" actId="1076"/>
          <ac:picMkLst>
            <pc:docMk/>
            <pc:sldMk cId="575012812" sldId="287"/>
            <ac:picMk id="5" creationId="{6DB769C8-D125-571C-FD6E-E784F9B52100}"/>
          </ac:picMkLst>
        </pc:picChg>
        <pc:picChg chg="add mod">
          <ac:chgData name="Tomáš Beneda" userId="0de759db-84b9-4cc4-8fd4-b95468348193" providerId="ADAL" clId="{8618A37E-AB9A-490E-9972-4804F9CAB862}" dt="2025-10-18T19:22:50.291" v="1688" actId="1076"/>
          <ac:picMkLst>
            <pc:docMk/>
            <pc:sldMk cId="575012812" sldId="287"/>
            <ac:picMk id="7" creationId="{C35714DD-8718-3686-5683-BF65732BB841}"/>
          </ac:picMkLst>
        </pc:picChg>
      </pc:sldChg>
      <pc:sldChg chg="modSp add mod">
        <pc:chgData name="Tomáš Beneda" userId="0de759db-84b9-4cc4-8fd4-b95468348193" providerId="ADAL" clId="{8618A37E-AB9A-490E-9972-4804F9CAB862}" dt="2025-10-18T19:53:28.691" v="3751" actId="20577"/>
        <pc:sldMkLst>
          <pc:docMk/>
          <pc:sldMk cId="1181244776" sldId="288"/>
        </pc:sldMkLst>
        <pc:spChg chg="mod">
          <ac:chgData name="Tomáš Beneda" userId="0de759db-84b9-4cc4-8fd4-b95468348193" providerId="ADAL" clId="{8618A37E-AB9A-490E-9972-4804F9CAB862}" dt="2025-10-18T19:53:28.691" v="3751" actId="20577"/>
          <ac:spMkLst>
            <pc:docMk/>
            <pc:sldMk cId="1181244776" sldId="288"/>
            <ac:spMk id="8" creationId="{8A06B6DF-D347-E59B-3A5B-FEB37B165D8A}"/>
          </ac:spMkLst>
        </pc:spChg>
        <pc:spChg chg="mod">
          <ac:chgData name="Tomáš Beneda" userId="0de759db-84b9-4cc4-8fd4-b95468348193" providerId="ADAL" clId="{8618A37E-AB9A-490E-9972-4804F9CAB862}" dt="2025-10-18T19:53:16.992" v="3747" actId="20577"/>
          <ac:spMkLst>
            <pc:docMk/>
            <pc:sldMk cId="1181244776" sldId="288"/>
            <ac:spMk id="9" creationId="{5F9F4225-25F9-B13D-4991-C0ACA0EFBB78}"/>
          </ac:spMkLst>
        </pc:spChg>
      </pc:sldChg>
      <pc:sldChg chg="modSp add mod">
        <pc:chgData name="Tomáš Beneda" userId="0de759db-84b9-4cc4-8fd4-b95468348193" providerId="ADAL" clId="{8618A37E-AB9A-490E-9972-4804F9CAB862}" dt="2025-10-18T19:53:31.674" v="3753" actId="20577"/>
        <pc:sldMkLst>
          <pc:docMk/>
          <pc:sldMk cId="1410008875" sldId="289"/>
        </pc:sldMkLst>
        <pc:spChg chg="mod">
          <ac:chgData name="Tomáš Beneda" userId="0de759db-84b9-4cc4-8fd4-b95468348193" providerId="ADAL" clId="{8618A37E-AB9A-490E-9972-4804F9CAB862}" dt="2025-10-18T19:53:31.674" v="3753" actId="20577"/>
          <ac:spMkLst>
            <pc:docMk/>
            <pc:sldMk cId="1410008875" sldId="289"/>
            <ac:spMk id="8" creationId="{D2F7ED50-EDC7-0388-D567-4C62B0B3AE26}"/>
          </ac:spMkLst>
        </pc:spChg>
        <pc:spChg chg="mod">
          <ac:chgData name="Tomáš Beneda" userId="0de759db-84b9-4cc4-8fd4-b95468348193" providerId="ADAL" clId="{8618A37E-AB9A-490E-9972-4804F9CAB862}" dt="2025-10-18T19:51:31.949" v="3665" actId="20577"/>
          <ac:spMkLst>
            <pc:docMk/>
            <pc:sldMk cId="1410008875" sldId="289"/>
            <ac:spMk id="9" creationId="{63BE80B3-6EFB-2406-72B6-9E4544A2FF4B}"/>
          </ac:spMkLst>
        </pc:spChg>
      </pc:sldChg>
      <pc:sldChg chg="modSp add del mod">
        <pc:chgData name="Tomáš Beneda" userId="0de759db-84b9-4cc4-8fd4-b95468348193" providerId="ADAL" clId="{8618A37E-AB9A-490E-9972-4804F9CAB862}" dt="2025-10-18T19:02:32.682" v="1504" actId="47"/>
        <pc:sldMkLst>
          <pc:docMk/>
          <pc:sldMk cId="3905820791" sldId="290"/>
        </pc:sldMkLst>
        <pc:spChg chg="mod">
          <ac:chgData name="Tomáš Beneda" userId="0de759db-84b9-4cc4-8fd4-b95468348193" providerId="ADAL" clId="{8618A37E-AB9A-490E-9972-4804F9CAB862}" dt="2025-10-18T19:02:27.333" v="1503" actId="20577"/>
          <ac:spMkLst>
            <pc:docMk/>
            <pc:sldMk cId="3905820791" sldId="290"/>
            <ac:spMk id="8" creationId="{A45E771C-AAFE-AC5D-E9B7-8A3E053BEA9A}"/>
          </ac:spMkLst>
        </pc:spChg>
      </pc:sldChg>
      <pc:sldChg chg="delSp modSp add mod">
        <pc:chgData name="Tomáš Beneda" userId="0de759db-84b9-4cc4-8fd4-b95468348193" providerId="ADAL" clId="{8618A37E-AB9A-490E-9972-4804F9CAB862}" dt="2025-10-18T19:37:00.613" v="2511" actId="20577"/>
        <pc:sldMkLst>
          <pc:docMk/>
          <pc:sldMk cId="4031994095" sldId="290"/>
        </pc:sldMkLst>
        <pc:spChg chg="mod">
          <ac:chgData name="Tomáš Beneda" userId="0de759db-84b9-4cc4-8fd4-b95468348193" providerId="ADAL" clId="{8618A37E-AB9A-490E-9972-4804F9CAB862}" dt="2025-10-18T19:37:00.613" v="2511" actId="20577"/>
          <ac:spMkLst>
            <pc:docMk/>
            <pc:sldMk cId="4031994095" sldId="290"/>
            <ac:spMk id="9" creationId="{D795A395-A6A9-5BBB-7C25-9A3B03C59E7E}"/>
          </ac:spMkLst>
        </pc:spChg>
        <pc:picChg chg="del">
          <ac:chgData name="Tomáš Beneda" userId="0de759db-84b9-4cc4-8fd4-b95468348193" providerId="ADAL" clId="{8618A37E-AB9A-490E-9972-4804F9CAB862}" dt="2025-10-18T19:25:25.800" v="1690" actId="478"/>
          <ac:picMkLst>
            <pc:docMk/>
            <pc:sldMk cId="4031994095" sldId="290"/>
            <ac:picMk id="5" creationId="{77899D42-880D-C2AA-5A68-48317484C723}"/>
          </ac:picMkLst>
        </pc:picChg>
        <pc:picChg chg="del">
          <ac:chgData name="Tomáš Beneda" userId="0de759db-84b9-4cc4-8fd4-b95468348193" providerId="ADAL" clId="{8618A37E-AB9A-490E-9972-4804F9CAB862}" dt="2025-10-18T19:25:25.800" v="1690" actId="478"/>
          <ac:picMkLst>
            <pc:docMk/>
            <pc:sldMk cId="4031994095" sldId="290"/>
            <ac:picMk id="7" creationId="{F5E0B50E-54A5-9BCC-4C2D-793511D77968}"/>
          </ac:picMkLst>
        </pc:picChg>
      </pc:sldChg>
      <pc:sldChg chg="add del">
        <pc:chgData name="Tomáš Beneda" userId="0de759db-84b9-4cc4-8fd4-b95468348193" providerId="ADAL" clId="{8618A37E-AB9A-490E-9972-4804F9CAB862}" dt="2025-10-18T19:26:11.599" v="1767"/>
        <pc:sldMkLst>
          <pc:docMk/>
          <pc:sldMk cId="1492921786" sldId="291"/>
        </pc:sldMkLst>
      </pc:sldChg>
      <pc:sldChg chg="modSp add mod ord">
        <pc:chgData name="Tomáš Beneda" userId="0de759db-84b9-4cc4-8fd4-b95468348193" providerId="ADAL" clId="{8618A37E-AB9A-490E-9972-4804F9CAB862}" dt="2025-10-18T19:53:26.330" v="3749" actId="20577"/>
        <pc:sldMkLst>
          <pc:docMk/>
          <pc:sldMk cId="1914510502" sldId="291"/>
        </pc:sldMkLst>
        <pc:spChg chg="mod">
          <ac:chgData name="Tomáš Beneda" userId="0de759db-84b9-4cc4-8fd4-b95468348193" providerId="ADAL" clId="{8618A37E-AB9A-490E-9972-4804F9CAB862}" dt="2025-10-18T19:53:26.330" v="3749" actId="20577"/>
          <ac:spMkLst>
            <pc:docMk/>
            <pc:sldMk cId="1914510502" sldId="291"/>
            <ac:spMk id="8" creationId="{19EF9C4C-D498-0EC0-1515-8E334202C6B1}"/>
          </ac:spMkLst>
        </pc:spChg>
        <pc:spChg chg="mod">
          <ac:chgData name="Tomáš Beneda" userId="0de759db-84b9-4cc4-8fd4-b95468348193" providerId="ADAL" clId="{8618A37E-AB9A-490E-9972-4804F9CAB862}" dt="2025-10-18T19:44:11.087" v="3224" actId="14"/>
          <ac:spMkLst>
            <pc:docMk/>
            <pc:sldMk cId="1914510502" sldId="291"/>
            <ac:spMk id="9" creationId="{06C8FEE1-8284-8D38-A329-38B1CF4C50D8}"/>
          </ac:spMkLst>
        </pc:spChg>
      </pc:sldChg>
      <pc:sldChg chg="modSp add mod ord">
        <pc:chgData name="Tomáš Beneda" userId="0de759db-84b9-4cc4-8fd4-b95468348193" providerId="ADAL" clId="{8618A37E-AB9A-490E-9972-4804F9CAB862}" dt="2025-10-18T19:57:49.913" v="3764" actId="20577"/>
        <pc:sldMkLst>
          <pc:docMk/>
          <pc:sldMk cId="38024706" sldId="292"/>
        </pc:sldMkLst>
        <pc:spChg chg="mod">
          <ac:chgData name="Tomáš Beneda" userId="0de759db-84b9-4cc4-8fd4-b95468348193" providerId="ADAL" clId="{8618A37E-AB9A-490E-9972-4804F9CAB862}" dt="2025-10-18T19:57:49.913" v="3764" actId="20577"/>
          <ac:spMkLst>
            <pc:docMk/>
            <pc:sldMk cId="38024706" sldId="292"/>
            <ac:spMk id="8" creationId="{B4AC9F2C-5E6A-A325-C49E-1B9AED6850C4}"/>
          </ac:spMkLst>
        </pc:spChg>
      </pc:sldChg>
      <pc:sldChg chg="modSp add mod ord">
        <pc:chgData name="Tomáš Beneda" userId="0de759db-84b9-4cc4-8fd4-b95468348193" providerId="ADAL" clId="{8618A37E-AB9A-490E-9972-4804F9CAB862}" dt="2025-10-18T19:59:32.149" v="3821" actId="27636"/>
        <pc:sldMkLst>
          <pc:docMk/>
          <pc:sldMk cId="3676846000" sldId="293"/>
        </pc:sldMkLst>
        <pc:spChg chg="mod">
          <ac:chgData name="Tomáš Beneda" userId="0de759db-84b9-4cc4-8fd4-b95468348193" providerId="ADAL" clId="{8618A37E-AB9A-490E-9972-4804F9CAB862}" dt="2025-10-18T19:59:04.786" v="3785" actId="20577"/>
          <ac:spMkLst>
            <pc:docMk/>
            <pc:sldMk cId="3676846000" sldId="293"/>
            <ac:spMk id="8" creationId="{6D2A464B-7BFE-A0FC-81CC-509CA976F043}"/>
          </ac:spMkLst>
        </pc:spChg>
        <pc:spChg chg="mod">
          <ac:chgData name="Tomáš Beneda" userId="0de759db-84b9-4cc4-8fd4-b95468348193" providerId="ADAL" clId="{8618A37E-AB9A-490E-9972-4804F9CAB862}" dt="2025-10-18T19:59:32.149" v="3821" actId="27636"/>
          <ac:spMkLst>
            <pc:docMk/>
            <pc:sldMk cId="3676846000" sldId="293"/>
            <ac:spMk id="9" creationId="{90ED68CE-BD33-7ABD-D5F0-9B951E5D35FD}"/>
          </ac:spMkLst>
        </pc:spChg>
      </pc:sldChg>
      <pc:sldChg chg="modSp add mod">
        <pc:chgData name="Tomáš Beneda" userId="0de759db-84b9-4cc4-8fd4-b95468348193" providerId="ADAL" clId="{8618A37E-AB9A-490E-9972-4804F9CAB862}" dt="2025-10-18T20:05:26.227" v="4297" actId="20577"/>
        <pc:sldMkLst>
          <pc:docMk/>
          <pc:sldMk cId="3941251109" sldId="294"/>
        </pc:sldMkLst>
        <pc:spChg chg="mod">
          <ac:chgData name="Tomáš Beneda" userId="0de759db-84b9-4cc4-8fd4-b95468348193" providerId="ADAL" clId="{8618A37E-AB9A-490E-9972-4804F9CAB862}" dt="2025-10-18T20:00:37.496" v="3842" actId="20577"/>
          <ac:spMkLst>
            <pc:docMk/>
            <pc:sldMk cId="3941251109" sldId="294"/>
            <ac:spMk id="8" creationId="{5E914EE7-32E4-310C-6E0A-D52FAEC02379}"/>
          </ac:spMkLst>
        </pc:spChg>
        <pc:spChg chg="mod">
          <ac:chgData name="Tomáš Beneda" userId="0de759db-84b9-4cc4-8fd4-b95468348193" providerId="ADAL" clId="{8618A37E-AB9A-490E-9972-4804F9CAB862}" dt="2025-10-18T20:05:26.227" v="4297" actId="20577"/>
          <ac:spMkLst>
            <pc:docMk/>
            <pc:sldMk cId="3941251109" sldId="294"/>
            <ac:spMk id="9" creationId="{86A32F67-32E9-9B8D-536E-46AC53FBA257}"/>
          </ac:spMkLst>
        </pc:spChg>
      </pc:sldChg>
      <pc:sldChg chg="modSp add mod ord">
        <pc:chgData name="Tomáš Beneda" userId="0de759db-84b9-4cc4-8fd4-b95468348193" providerId="ADAL" clId="{8618A37E-AB9A-490E-9972-4804F9CAB862}" dt="2025-10-18T20:05:53.971" v="4306" actId="20577"/>
        <pc:sldMkLst>
          <pc:docMk/>
          <pc:sldMk cId="2485086286" sldId="295"/>
        </pc:sldMkLst>
        <pc:spChg chg="mod">
          <ac:chgData name="Tomáš Beneda" userId="0de759db-84b9-4cc4-8fd4-b95468348193" providerId="ADAL" clId="{8618A37E-AB9A-490E-9972-4804F9CAB862}" dt="2025-10-18T20:05:53.971" v="4306" actId="20577"/>
          <ac:spMkLst>
            <pc:docMk/>
            <pc:sldMk cId="2485086286" sldId="295"/>
            <ac:spMk id="8" creationId="{0B26AB79-6413-F5D9-9F28-AB5114175EFE}"/>
          </ac:spMkLst>
        </pc:spChg>
      </pc:sldChg>
      <pc:sldChg chg="modSp add mod ord">
        <pc:chgData name="Tomáš Beneda" userId="0de759db-84b9-4cc4-8fd4-b95468348193" providerId="ADAL" clId="{8618A37E-AB9A-490E-9972-4804F9CAB862}" dt="2025-10-18T20:23:44.541" v="4585" actId="20577"/>
        <pc:sldMkLst>
          <pc:docMk/>
          <pc:sldMk cId="334752694" sldId="296"/>
        </pc:sldMkLst>
        <pc:spChg chg="mod">
          <ac:chgData name="Tomáš Beneda" userId="0de759db-84b9-4cc4-8fd4-b95468348193" providerId="ADAL" clId="{8618A37E-AB9A-490E-9972-4804F9CAB862}" dt="2025-10-18T20:06:05.534" v="4315" actId="20577"/>
          <ac:spMkLst>
            <pc:docMk/>
            <pc:sldMk cId="334752694" sldId="296"/>
            <ac:spMk id="8" creationId="{AB639071-5F3D-03C4-C7BE-65588414B7E4}"/>
          </ac:spMkLst>
        </pc:spChg>
        <pc:spChg chg="mod">
          <ac:chgData name="Tomáš Beneda" userId="0de759db-84b9-4cc4-8fd4-b95468348193" providerId="ADAL" clId="{8618A37E-AB9A-490E-9972-4804F9CAB862}" dt="2025-10-18T20:23:44.541" v="4585" actId="20577"/>
          <ac:spMkLst>
            <pc:docMk/>
            <pc:sldMk cId="334752694" sldId="296"/>
            <ac:spMk id="9" creationId="{2AA84812-117F-DCA2-13D4-72011E049B6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>
        <c:manualLayout>
          <c:layoutTarget val="inner"/>
          <c:xMode val="edge"/>
          <c:yMode val="edge"/>
          <c:x val="2.8978790913553664E-2"/>
          <c:y val="0.1348355485860766"/>
          <c:w val="0.95755319432002628"/>
          <c:h val="0.696231418205384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C7-4401-905E-A72EA74259B0}"/>
              </c:ext>
            </c:extLst>
          </c:dPt>
          <c:dPt>
            <c:idx val="1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314-4921-8343-D89886C95A30}"/>
              </c:ext>
            </c:extLst>
          </c:dPt>
          <c:dPt>
            <c:idx val="2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14-4921-8343-D89886C95A30}"/>
              </c:ext>
            </c:extLst>
          </c:dPt>
          <c:dPt>
            <c:idx val="3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314-4921-8343-D89886C95A30}"/>
              </c:ext>
            </c:extLst>
          </c:dPt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C7-4401-905E-A72EA74259B0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C7-4401-905E-A72EA74259B0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C7-4401-905E-A72EA74259B0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C7-4401-905E-A72EA7425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D18A0A8-CE57-4D8C-A4BD-70B3F62EE3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634894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A5E6F3DE-2B8C-4E06-BED3-36A9DFD93F5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634894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DDEC2F0C-47FF-4FF4-AFCF-9D4C840131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8999" y="2395053"/>
            <a:ext cx="10477501" cy="178215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05E6394F-CCD2-4ABB-94AC-311D26711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4291503"/>
            <a:ext cx="1045210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724BBC3-D896-4E1C-80DF-C710090CDD7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34894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0BBF9909-8D44-4612-9351-EF626E97ADA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634894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F586B614-9A5E-4C8F-B622-06700D08D1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395053"/>
            <a:ext cx="10515601" cy="178215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Mezititulek/závěr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11EC691D-F05A-40AC-91DC-C3E38D602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4291503"/>
            <a:ext cx="10502900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04638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7668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307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12825"/>
            <a:ext cx="105156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85127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85127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36147703"/>
              </p:ext>
            </p:extLst>
          </p:nvPr>
        </p:nvGraphicFramePr>
        <p:xfrm>
          <a:off x="838200" y="1990725"/>
          <a:ext cx="10372724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18627116"/>
              </p:ext>
            </p:extLst>
          </p:nvPr>
        </p:nvGraphicFramePr>
        <p:xfrm>
          <a:off x="838201" y="2152650"/>
          <a:ext cx="10372722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14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1173410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016"/>
            <a:ext cx="10372725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3689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3689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8AD280-0FEB-422D-9545-DF11A2C6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B9053D2-A965-461D-AF02-87E3E6FA8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2D64A8-F4F7-422C-942F-F0172F55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256C39E-CEDD-43DE-BEDB-8FFB054C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5DB8F4-69A1-4474-B69F-8F78FC12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953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890254B-80D5-4BEE-B4A1-5837DB5E9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EAB0B4A-3C8A-4535-BD22-ACF057EEF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DA35CD-E8E4-4C4C-AF96-D5C4BAB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789759-0184-4DA8-BF39-B34069CD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1126D9-9E62-4220-80F6-A6508032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367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4571F113-B4FF-416D-8FEB-ACE5C7413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12192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9881"/>
        </a:buClr>
        <a:buFont typeface="Arial" panose="020B0604020202020204" pitchFamily="34" charset="0"/>
        <a:buChar char="•"/>
        <a:defRPr sz="2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4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0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66F15DDE-03E7-4772-814A-9C7229147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12192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18.10.2025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609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9F7E2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27EF0468-4704-46A4-8DCF-9EBA77F3F14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5228"/>
            <a:ext cx="12192000" cy="6861085"/>
          </a:xfrm>
          <a:prstGeom prst="rect">
            <a:avLst/>
          </a:prstGeom>
        </p:spPr>
      </p:pic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DA558B4F-9EF8-40B5-A6CA-3F7D7DC013C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32861" y="358391"/>
            <a:ext cx="202407" cy="202407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DA22BBD2-93BE-46C9-B29A-264ADB1F7B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39218" y="358391"/>
            <a:ext cx="202407" cy="202407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016"/>
            <a:ext cx="10372725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4050"/>
            <a:ext cx="10372725" cy="4442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18.10.2025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7371" y="6356350"/>
            <a:ext cx="2643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11872452" y="6386024"/>
            <a:ext cx="387350" cy="452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2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9117808" y="299367"/>
            <a:ext cx="1319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10535252" y="299367"/>
            <a:ext cx="1319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100000"/>
        </a:lnSpc>
        <a:spcBef>
          <a:spcPts val="1000"/>
        </a:spcBef>
        <a:buClr>
          <a:srgbClr val="00988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600" indent="-4572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45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717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henslersoftware/19560-indian-takeaway-orders" TargetMode="External"/><Relationship Id="rId2" Type="http://schemas.openxmlformats.org/officeDocument/2006/relationships/hyperlink" Target="https://www.kaggle.com/datasets/emmanuelfwerr/london-weather-data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emmanuelfwerr/london-weather-data/data" TargetMode="External"/><Relationship Id="rId2" Type="http://schemas.openxmlformats.org/officeDocument/2006/relationships/hyperlink" Target="https://www.kaggle.com/datasets/henslersoftware/19560-indian-takeaway-orders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tomstomstoms2/4IZ5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D3B167F7-A0DB-461B-86F4-984F46166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121" y="2102952"/>
            <a:ext cx="10477501" cy="2199827"/>
          </a:xfrm>
        </p:spPr>
        <p:txBody>
          <a:bodyPr>
            <a:normAutofit fontScale="90000"/>
          </a:bodyPr>
          <a:lstStyle/>
          <a:p>
            <a:r>
              <a:rPr lang="cs-CZ" dirty="0"/>
              <a:t>Analýza závislosti počasí v Londýně na objednávky s sebou ve vybrané restauraci</a:t>
            </a:r>
          </a:p>
        </p:txBody>
      </p:sp>
      <p:sp>
        <p:nvSpPr>
          <p:cNvPr id="7" name="Podnadpis 2">
            <a:extLst>
              <a:ext uri="{FF2B5EF4-FFF2-40B4-BE49-F238E27FC236}">
                <a16:creationId xmlns:a16="http://schemas.microsoft.com/office/drawing/2014/main" id="{DC113F0D-208B-477E-84A3-F919958FF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5521" y="4614408"/>
            <a:ext cx="10452101" cy="813654"/>
          </a:xfrm>
        </p:spPr>
        <p:txBody>
          <a:bodyPr/>
          <a:lstStyle/>
          <a:p>
            <a:r>
              <a:rPr lang="cs-CZ" dirty="0"/>
              <a:t>Úvodní zpráva</a:t>
            </a: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28E76684-B096-4148-9243-D007B536D1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626016" y="870423"/>
            <a:ext cx="3718906" cy="311628"/>
          </a:xfrm>
        </p:spPr>
        <p:txBody>
          <a:bodyPr/>
          <a:lstStyle/>
          <a:p>
            <a:r>
              <a:rPr lang="cs-CZ" dirty="0"/>
              <a:t>Tomáš Beneda</a:t>
            </a:r>
          </a:p>
        </p:txBody>
      </p:sp>
      <p:sp>
        <p:nvSpPr>
          <p:cNvPr id="9" name="Zástupný text 4">
            <a:extLst>
              <a:ext uri="{FF2B5EF4-FFF2-40B4-BE49-F238E27FC236}">
                <a16:creationId xmlns:a16="http://schemas.microsoft.com/office/drawing/2014/main" id="{1A698967-CA31-411B-A074-48A90A010A9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626016" y="1182051"/>
            <a:ext cx="3718906" cy="311628"/>
          </a:xfrm>
        </p:spPr>
        <p:txBody>
          <a:bodyPr>
            <a:normAutofit fontScale="92500"/>
          </a:bodyPr>
          <a:lstStyle/>
          <a:p>
            <a:r>
              <a:rPr lang="cs-CZ" dirty="0"/>
              <a:t>4IZ503 Projektový seminář - Datové inženýrství</a:t>
            </a:r>
          </a:p>
        </p:txBody>
      </p:sp>
    </p:spTree>
    <p:extLst>
      <p:ext uri="{BB962C8B-B14F-4D97-AF65-F5344CB8AC3E}">
        <p14:creationId xmlns:p14="http://schemas.microsoft.com/office/powerpoint/2010/main" val="128728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39531A38-F33D-4087-B203-BBF3E094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Obsah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1570A1D5-4BE6-4BF1-AA6A-C4CD9C206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Popis </a:t>
            </a:r>
            <a:r>
              <a:rPr lang="cs-CZ" dirty="0" err="1"/>
              <a:t>datasetů</a:t>
            </a:r>
            <a:r>
              <a:rPr lang="cs-CZ" dirty="0"/>
              <a:t> včetně profilu dat, zdroj</a:t>
            </a:r>
          </a:p>
          <a:p>
            <a:r>
              <a:rPr lang="cs-CZ" dirty="0"/>
              <a:t>Cíle analýzy</a:t>
            </a:r>
          </a:p>
          <a:p>
            <a:r>
              <a:rPr lang="cs-CZ" dirty="0"/>
              <a:t>Detailní analýza a příprava dat</a:t>
            </a:r>
          </a:p>
          <a:p>
            <a:r>
              <a:rPr lang="cs-CZ" dirty="0"/>
              <a:t>Návrhy oblastí k analýze včetně způsobu řešení otázek pro data science</a:t>
            </a:r>
          </a:p>
        </p:txBody>
      </p:sp>
    </p:spTree>
    <p:extLst>
      <p:ext uri="{BB962C8B-B14F-4D97-AF65-F5344CB8AC3E}">
        <p14:creationId xmlns:p14="http://schemas.microsoft.com/office/powerpoint/2010/main" val="227205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3">
            <a:extLst>
              <a:ext uri="{FF2B5EF4-FFF2-40B4-BE49-F238E27FC236}">
                <a16:creationId xmlns:a16="http://schemas.microsoft.com/office/drawing/2014/main" id="{19685070-0FAB-4186-AAB0-FD9F84C92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890353"/>
            <a:ext cx="10515601" cy="1782150"/>
          </a:xfrm>
        </p:spPr>
        <p:txBody>
          <a:bodyPr>
            <a:normAutofit fontScale="90000"/>
          </a:bodyPr>
          <a:lstStyle/>
          <a:p>
            <a:r>
              <a:rPr lang="cs-CZ" dirty="0"/>
              <a:t>Detailní popis </a:t>
            </a:r>
            <a:r>
              <a:rPr lang="cs-CZ" dirty="0" err="1"/>
              <a:t>datasetů</a:t>
            </a:r>
            <a:r>
              <a:rPr lang="cs-CZ" dirty="0"/>
              <a:t> včetně profilu dat, zdroj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4229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DBC7-FEB4-D0A0-56AE-72379B8B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F947223C-2B35-4D7E-B6A3-2972A4AB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informace o </a:t>
            </a:r>
            <a:r>
              <a:rPr lang="cs-CZ" dirty="0" err="1"/>
              <a:t>datasetech</a:t>
            </a:r>
            <a:endParaRPr lang="cs-CZ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685827C9-8BB7-AF0C-3F5C-4E4A6D3E5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</a:t>
            </a:r>
          </a:p>
          <a:p>
            <a:pPr lvl="1"/>
            <a:r>
              <a:rPr lang="cs-CZ" dirty="0" err="1"/>
              <a:t>Dataset</a:t>
            </a:r>
            <a:r>
              <a:rPr lang="cs-CZ" dirty="0"/>
              <a:t> obsahuje meteorologická měření z meteorologické stanice poblíž letiště </a:t>
            </a:r>
            <a:r>
              <a:rPr lang="cs-CZ" dirty="0" err="1"/>
              <a:t>Heathrow</a:t>
            </a:r>
            <a:r>
              <a:rPr lang="cs-CZ" dirty="0"/>
              <a:t> v Londýně (UK).</a:t>
            </a:r>
          </a:p>
          <a:p>
            <a:pPr lvl="1"/>
            <a:r>
              <a:rPr lang="cs-CZ" dirty="0"/>
              <a:t>Byl vytvořen spojením dat z jednotlivých požadavků na konkrétní klimatické atributy poskytované službou </a:t>
            </a:r>
            <a:r>
              <a:rPr lang="cs-CZ" dirty="0" err="1"/>
              <a:t>European</a:t>
            </a:r>
            <a:r>
              <a:rPr lang="cs-CZ" dirty="0"/>
              <a:t> </a:t>
            </a:r>
            <a:r>
              <a:rPr lang="cs-CZ" dirty="0" err="1"/>
              <a:t>Climate</a:t>
            </a:r>
            <a:r>
              <a:rPr lang="cs-CZ" dirty="0"/>
              <a:t> </a:t>
            </a:r>
            <a:r>
              <a:rPr lang="cs-CZ" dirty="0" err="1"/>
              <a:t>Assessment</a:t>
            </a:r>
            <a:r>
              <a:rPr lang="cs-CZ" dirty="0"/>
              <a:t> (ECA).Cíle analýzy, doménové znalosti </a:t>
            </a:r>
          </a:p>
          <a:p>
            <a:pPr lvl="1"/>
            <a:r>
              <a:rPr lang="cs-CZ" dirty="0">
                <a:hlinkClick r:id="rId2"/>
              </a:rPr>
              <a:t>https://www.kaggle.com/datasets/emmanuelfwerr/london-weather-data</a:t>
            </a:r>
            <a:r>
              <a:rPr lang="cs-CZ" dirty="0"/>
              <a:t> </a:t>
            </a:r>
          </a:p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London </a:t>
            </a:r>
            <a:r>
              <a:rPr lang="cs-CZ" dirty="0" err="1"/>
              <a:t>indian</a:t>
            </a:r>
            <a:r>
              <a:rPr lang="cs-CZ" dirty="0"/>
              <a:t> </a:t>
            </a:r>
            <a:r>
              <a:rPr lang="cs-CZ" dirty="0" err="1"/>
              <a:t>takeaway</a:t>
            </a:r>
            <a:r>
              <a:rPr lang="cs-CZ" dirty="0"/>
              <a:t> restaurant</a:t>
            </a:r>
          </a:p>
          <a:p>
            <a:pPr lvl="1"/>
            <a:r>
              <a:rPr lang="cs-CZ" dirty="0" err="1"/>
              <a:t>Dataset</a:t>
            </a:r>
            <a:r>
              <a:rPr lang="cs-CZ" dirty="0"/>
              <a:t> obsahuje složení a cenu objednávek ze dvou indických </a:t>
            </a:r>
            <a:r>
              <a:rPr lang="cs-CZ" dirty="0" err="1"/>
              <a:t>takeaway</a:t>
            </a:r>
            <a:r>
              <a:rPr lang="cs-CZ" dirty="0"/>
              <a:t> restaurací v Londýně</a:t>
            </a:r>
          </a:p>
          <a:p>
            <a:pPr lvl="1"/>
            <a:r>
              <a:rPr lang="cs-CZ" dirty="0">
                <a:hlinkClick r:id="rId3"/>
              </a:rPr>
              <a:t>https://www.kaggle.com/datasets/henslersoftware/19560-indian-takeaway-orders</a:t>
            </a:r>
            <a:r>
              <a:rPr lang="cs-CZ" dirty="0"/>
              <a:t> </a:t>
            </a:r>
          </a:p>
          <a:p>
            <a:r>
              <a:rPr lang="cs-CZ" dirty="0"/>
              <a:t>Spojení </a:t>
            </a:r>
            <a:r>
              <a:rPr lang="cs-CZ" dirty="0" err="1"/>
              <a:t>datasetů</a:t>
            </a:r>
            <a:r>
              <a:rPr lang="cs-CZ" dirty="0"/>
              <a:t> proběhne přes datum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5030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8938-E459-A1C0-D162-9CC92598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0AFBCE3C-CA96-CF2A-9059-108B7869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- Analýza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E2B48F9-E334-8756-00D0-166FDF7C9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Počet řádků: 15341</a:t>
            </a:r>
          </a:p>
          <a:p>
            <a:r>
              <a:rPr lang="cs-CZ" dirty="0"/>
              <a:t>Počet sloupců: 10</a:t>
            </a:r>
          </a:p>
          <a:p>
            <a:endParaRPr lang="cs-CZ" dirty="0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BA89A9ED-9D69-1832-A88B-0E171E01B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64" y="3280953"/>
            <a:ext cx="9793067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3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C6107-271A-60BB-483D-5605CA97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457DAAA5-C4CE-6BE7-9DCB-0ED89DCF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Analýza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4A2399B5-77EA-AB83-17FA-E70DCA0AC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Vybrán byl </a:t>
            </a:r>
            <a:r>
              <a:rPr lang="cs-CZ" dirty="0" err="1"/>
              <a:t>dataset</a:t>
            </a:r>
            <a:r>
              <a:rPr lang="cs-CZ" dirty="0"/>
              <a:t> č. 2 viz následující detailní analýza</a:t>
            </a:r>
          </a:p>
          <a:p>
            <a:r>
              <a:rPr lang="cs-CZ" dirty="0"/>
              <a:t>Počet řádků: 119183</a:t>
            </a:r>
          </a:p>
          <a:p>
            <a:r>
              <a:rPr lang="cs-CZ" dirty="0"/>
              <a:t>Počet sloupců: 6</a:t>
            </a:r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AFE3424B-63ED-0013-345E-CAB5B132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41" y="3663538"/>
            <a:ext cx="7697274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6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4CBDC-FD5D-BF74-149B-7EA9BC9D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3">
            <a:extLst>
              <a:ext uri="{FF2B5EF4-FFF2-40B4-BE49-F238E27FC236}">
                <a16:creationId xmlns:a16="http://schemas.microsoft.com/office/drawing/2014/main" id="{7CBBD780-52C0-1EDC-E43F-86891772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890353"/>
            <a:ext cx="10515601" cy="1782150"/>
          </a:xfrm>
        </p:spPr>
        <p:txBody>
          <a:bodyPr>
            <a:normAutofit/>
          </a:bodyPr>
          <a:lstStyle/>
          <a:p>
            <a:r>
              <a:rPr lang="cs-CZ" dirty="0"/>
              <a:t>Cíle analýzy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0793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060C-CA2F-10A2-D20D-F3F38241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83465E89-6223-FD8F-CA9A-615085E5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analýzy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233F6F2-3DDB-3AC6-5198-3D7E1C98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Prozkoumat vztah mezi počasím a objemem/složením objednávek restaurace.</a:t>
            </a:r>
          </a:p>
          <a:p>
            <a:r>
              <a:rPr lang="cs-CZ" dirty="0"/>
              <a:t>Zjistit, zda a jak počasí ovlivňuje chování zákazníků — počet objednávek, jejich strukturu a průměrnou hodnotu.</a:t>
            </a:r>
          </a:p>
          <a:p>
            <a:r>
              <a:rPr lang="cs-CZ" dirty="0"/>
              <a:t>Identifikovat společné vzorce (např. které meteorologické podmínky odpovídají vyšší či nižší objednávkové aktivitě).</a:t>
            </a:r>
          </a:p>
          <a:p>
            <a:r>
              <a:rPr lang="cs-CZ" dirty="0"/>
              <a:t>Popsat výsledky ve formě korelačních vztahů, souvislostí a závislostí.</a:t>
            </a:r>
          </a:p>
        </p:txBody>
      </p:sp>
    </p:spTree>
    <p:extLst>
      <p:ext uri="{BB962C8B-B14F-4D97-AF65-F5344CB8AC3E}">
        <p14:creationId xmlns:p14="http://schemas.microsoft.com/office/powerpoint/2010/main" val="266800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8F83-CA94-88B1-FB55-CD404119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3">
            <a:extLst>
              <a:ext uri="{FF2B5EF4-FFF2-40B4-BE49-F238E27FC236}">
                <a16:creationId xmlns:a16="http://schemas.microsoft.com/office/drawing/2014/main" id="{E9DECDE3-31C9-6A03-688F-8DE112B27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890353"/>
            <a:ext cx="10515601" cy="1782150"/>
          </a:xfrm>
        </p:spPr>
        <p:txBody>
          <a:bodyPr>
            <a:normAutofit/>
          </a:bodyPr>
          <a:lstStyle/>
          <a:p>
            <a:r>
              <a:rPr lang="cs-CZ" dirty="0"/>
              <a:t>Detailní analýza a příprava dat</a:t>
            </a:r>
          </a:p>
        </p:txBody>
      </p:sp>
    </p:spTree>
    <p:extLst>
      <p:ext uri="{BB962C8B-B14F-4D97-AF65-F5344CB8AC3E}">
        <p14:creationId xmlns:p14="http://schemas.microsoft.com/office/powerpoint/2010/main" val="145505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E333-79F7-91D3-070A-591C20B4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D481C7A3-0E07-1F1A-6FD1-4221E47B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Chybějící data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DB9728D2-9BD4-6893-8A1D-B57AA364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Chybějící data byla doplněna následovně:</a:t>
            </a:r>
          </a:p>
          <a:p>
            <a:pPr lvl="1"/>
            <a:r>
              <a:rPr lang="cs-CZ" dirty="0" err="1"/>
              <a:t>cloud_cover</a:t>
            </a:r>
            <a:r>
              <a:rPr lang="cs-CZ" dirty="0"/>
              <a:t> – využit modus = 7</a:t>
            </a:r>
          </a:p>
          <a:p>
            <a:pPr lvl="1"/>
            <a:r>
              <a:rPr lang="cs-CZ" dirty="0" err="1"/>
              <a:t>global_radiation</a:t>
            </a:r>
            <a:r>
              <a:rPr lang="cs-CZ" dirty="0"/>
              <a:t> – využit medián = 95.0</a:t>
            </a:r>
          </a:p>
          <a:p>
            <a:pPr lvl="1"/>
            <a:r>
              <a:rPr lang="cs-CZ" dirty="0" err="1"/>
              <a:t>max_temp</a:t>
            </a:r>
            <a:r>
              <a:rPr lang="cs-CZ" dirty="0"/>
              <a:t> – využit medián = 15.0</a:t>
            </a:r>
          </a:p>
          <a:p>
            <a:pPr lvl="1"/>
            <a:r>
              <a:rPr lang="cs-CZ" dirty="0" err="1"/>
              <a:t>mean_temp</a:t>
            </a:r>
            <a:r>
              <a:rPr lang="cs-CZ" dirty="0"/>
              <a:t> – využit medián = 11.4</a:t>
            </a:r>
          </a:p>
          <a:p>
            <a:pPr lvl="1"/>
            <a:r>
              <a:rPr lang="cs-CZ" dirty="0" err="1"/>
              <a:t>min_temp</a:t>
            </a:r>
            <a:r>
              <a:rPr lang="cs-CZ" dirty="0"/>
              <a:t> – využit medián = 7.8</a:t>
            </a:r>
          </a:p>
          <a:p>
            <a:pPr lvl="1"/>
            <a:r>
              <a:rPr lang="cs-CZ" dirty="0" err="1"/>
              <a:t>precipitation</a:t>
            </a:r>
            <a:r>
              <a:rPr lang="cs-CZ" dirty="0"/>
              <a:t> – majorita dní nulová → 0</a:t>
            </a:r>
          </a:p>
          <a:p>
            <a:pPr lvl="1"/>
            <a:r>
              <a:rPr lang="cs-CZ" dirty="0" err="1"/>
              <a:t>pressure</a:t>
            </a:r>
            <a:r>
              <a:rPr lang="cs-CZ" dirty="0"/>
              <a:t> – využit medián = 101620.0</a:t>
            </a:r>
          </a:p>
          <a:p>
            <a:pPr lvl="1"/>
            <a:r>
              <a:rPr lang="cs-CZ" dirty="0" err="1"/>
              <a:t>snow_depth</a:t>
            </a:r>
            <a:r>
              <a:rPr lang="cs-CZ" dirty="0"/>
              <a:t> – majorita dní nulová → 0</a:t>
            </a:r>
          </a:p>
        </p:txBody>
      </p:sp>
    </p:spTree>
    <p:extLst>
      <p:ext uri="{BB962C8B-B14F-4D97-AF65-F5344CB8AC3E}">
        <p14:creationId xmlns:p14="http://schemas.microsoft.com/office/powerpoint/2010/main" val="139394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611A-6AD1-7B92-5EB1-51CF178C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40251499-1190-DFCD-6FD8-9B2CAC2C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A2665309-940C-9E14-7DF5-4A8B264B3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Oblačnost (</a:t>
            </a:r>
            <a:r>
              <a:rPr lang="cs-CZ" b="1" dirty="0" err="1"/>
              <a:t>cloud_cover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</a:t>
            </a:r>
            <a:r>
              <a:rPr lang="cs-CZ" dirty="0" err="1"/>
              <a:t>oktas</a:t>
            </a:r>
            <a:r>
              <a:rPr lang="cs-CZ" dirty="0"/>
              <a:t>, 0–9),</a:t>
            </a:r>
          </a:p>
          <a:p>
            <a:r>
              <a:rPr lang="cs-CZ" dirty="0"/>
              <a:t>Převod na kategoriální rozsahy dle oblačnosti:</a:t>
            </a:r>
          </a:p>
          <a:p>
            <a:pPr lvl="1"/>
            <a:r>
              <a:rPr lang="cs-CZ" dirty="0"/>
              <a:t>0 → </a:t>
            </a:r>
            <a:r>
              <a:rPr lang="cs-CZ" dirty="0" err="1"/>
              <a:t>clear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1–2 → </a:t>
            </a:r>
            <a:r>
              <a:rPr lang="cs-CZ" dirty="0" err="1"/>
              <a:t>mostly</a:t>
            </a:r>
            <a:r>
              <a:rPr lang="cs-CZ" dirty="0"/>
              <a:t> </a:t>
            </a:r>
            <a:r>
              <a:rPr lang="cs-CZ" dirty="0" err="1"/>
              <a:t>clear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3–4 → </a:t>
            </a:r>
            <a:r>
              <a:rPr lang="cs-CZ" dirty="0" err="1"/>
              <a:t>partly</a:t>
            </a:r>
            <a:r>
              <a:rPr lang="cs-CZ" dirty="0"/>
              <a:t> cloudy,</a:t>
            </a:r>
          </a:p>
          <a:p>
            <a:pPr lvl="1"/>
            <a:r>
              <a:rPr lang="cs-CZ" dirty="0"/>
              <a:t>5–6 → </a:t>
            </a:r>
            <a:r>
              <a:rPr lang="cs-CZ" dirty="0" err="1"/>
              <a:t>mostly</a:t>
            </a:r>
            <a:r>
              <a:rPr lang="cs-CZ" dirty="0"/>
              <a:t> cloudy,</a:t>
            </a:r>
          </a:p>
          <a:p>
            <a:pPr lvl="1"/>
            <a:r>
              <a:rPr lang="cs-CZ" dirty="0"/>
              <a:t>7–8 → </a:t>
            </a:r>
            <a:r>
              <a:rPr lang="cs-CZ" dirty="0" err="1"/>
              <a:t>overcast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9 → </a:t>
            </a:r>
            <a:r>
              <a:rPr lang="cs-CZ" dirty="0" err="1"/>
              <a:t>sky</a:t>
            </a:r>
            <a:r>
              <a:rPr lang="cs-CZ" dirty="0"/>
              <a:t> </a:t>
            </a:r>
            <a:r>
              <a:rPr lang="cs-CZ" dirty="0" err="1"/>
              <a:t>obscured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76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DBA1-0100-017F-1E25-9A1D6159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1D0A9381-DF00-3165-49EC-6C102F9D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C0B8F1CC-D192-24DB-4BC1-8BF6A2DB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Délka slunečního svitu (</a:t>
            </a:r>
            <a:r>
              <a:rPr lang="cs-CZ" b="1" dirty="0" err="1"/>
              <a:t>sunshine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(hodiny/den),</a:t>
            </a:r>
          </a:p>
          <a:p>
            <a:r>
              <a:rPr lang="cs-CZ" dirty="0"/>
              <a:t>Převod na kategoriální rozsahy dle délky slunečního svitu:</a:t>
            </a:r>
          </a:p>
          <a:p>
            <a:pPr lvl="1"/>
            <a:r>
              <a:rPr lang="cs-CZ" dirty="0"/>
              <a:t>0 → </a:t>
            </a:r>
            <a:r>
              <a:rPr lang="cs-CZ" dirty="0" err="1"/>
              <a:t>none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0.1–2.0 → very </a:t>
            </a:r>
            <a:r>
              <a:rPr lang="cs-CZ" dirty="0" err="1"/>
              <a:t>short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2.1–4.0 → </a:t>
            </a:r>
            <a:r>
              <a:rPr lang="cs-CZ" dirty="0" err="1"/>
              <a:t>short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4.1–6.0 → </a:t>
            </a:r>
            <a:r>
              <a:rPr lang="cs-CZ" dirty="0" err="1"/>
              <a:t>moderate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6.1–8.0 → long,</a:t>
            </a:r>
          </a:p>
          <a:p>
            <a:pPr lvl="1"/>
            <a:r>
              <a:rPr lang="cs-CZ" dirty="0"/>
              <a:t>8.0 → very long.</a:t>
            </a:r>
          </a:p>
        </p:txBody>
      </p:sp>
    </p:spTree>
    <p:extLst>
      <p:ext uri="{BB962C8B-B14F-4D97-AF65-F5344CB8AC3E}">
        <p14:creationId xmlns:p14="http://schemas.microsoft.com/office/powerpoint/2010/main" val="21375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A79B8-4281-F474-6B7F-4B60C409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B7057631-BB7D-4FE2-CA84-701BE17E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E3B38C13-A54E-D959-DEE1-B884D8356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Globální radiace (</a:t>
            </a:r>
            <a:r>
              <a:rPr lang="cs-CZ" b="1" dirty="0" err="1"/>
              <a:t>global_radiation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(W/m²),</a:t>
            </a:r>
          </a:p>
          <a:p>
            <a:r>
              <a:rPr lang="cs-CZ" dirty="0"/>
              <a:t>Převod na kategoriální rozsahy dle intenzity záření:</a:t>
            </a:r>
          </a:p>
          <a:p>
            <a:pPr lvl="1"/>
            <a:r>
              <a:rPr lang="cs-CZ" dirty="0"/>
              <a:t>0–50 → very </a:t>
            </a:r>
            <a:r>
              <a:rPr lang="cs-CZ" dirty="0" err="1"/>
              <a:t>low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51–100 → </a:t>
            </a:r>
            <a:r>
              <a:rPr lang="cs-CZ" dirty="0" err="1"/>
              <a:t>low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101–150 → </a:t>
            </a:r>
            <a:r>
              <a:rPr lang="cs-CZ" dirty="0" err="1"/>
              <a:t>moderate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151–250 → </a:t>
            </a:r>
            <a:r>
              <a:rPr lang="cs-CZ" dirty="0" err="1"/>
              <a:t>high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251–400 → very </a:t>
            </a:r>
            <a:r>
              <a:rPr lang="cs-CZ" dirty="0" err="1"/>
              <a:t>high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400 → </a:t>
            </a:r>
            <a:r>
              <a:rPr lang="cs-CZ" dirty="0" err="1"/>
              <a:t>extreme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598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CCC1-16A7-8B59-AD0F-05A6A34B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6D26B944-4791-2B6A-4525-3107CE98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A4CD10EB-C13E-C697-0356-924945688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b="1" dirty="0"/>
              <a:t>Průměrná denní teplota (</a:t>
            </a:r>
            <a:r>
              <a:rPr lang="cs-CZ" b="1" dirty="0" err="1"/>
              <a:t>mean_temp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(°C),</a:t>
            </a:r>
          </a:p>
          <a:p>
            <a:r>
              <a:rPr lang="cs-CZ" dirty="0"/>
              <a:t>Převod na kategoriální rozsahy dle teploty:</a:t>
            </a:r>
          </a:p>
          <a:p>
            <a:pPr lvl="1"/>
            <a:r>
              <a:rPr lang="cs-CZ" dirty="0"/>
              <a:t>&lt; -5 → hard </a:t>
            </a:r>
            <a:r>
              <a:rPr lang="cs-CZ" dirty="0" err="1"/>
              <a:t>freezing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-5 až 0 → </a:t>
            </a:r>
            <a:r>
              <a:rPr lang="cs-CZ" dirty="0" err="1"/>
              <a:t>freezing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0 až 5 → very </a:t>
            </a:r>
            <a:r>
              <a:rPr lang="cs-CZ" dirty="0" err="1"/>
              <a:t>cold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5 až 10 → </a:t>
            </a:r>
            <a:r>
              <a:rPr lang="cs-CZ" dirty="0" err="1"/>
              <a:t>cold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 až 15 → </a:t>
            </a:r>
            <a:r>
              <a:rPr lang="cs-CZ" dirty="0" err="1"/>
              <a:t>fresh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15 až 20 → </a:t>
            </a:r>
            <a:r>
              <a:rPr lang="cs-CZ" dirty="0" err="1"/>
              <a:t>warm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20 až 25 → very </a:t>
            </a:r>
            <a:r>
              <a:rPr lang="cs-CZ" dirty="0" err="1"/>
              <a:t>warm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25 → hot.</a:t>
            </a:r>
          </a:p>
        </p:txBody>
      </p:sp>
    </p:spTree>
    <p:extLst>
      <p:ext uri="{BB962C8B-B14F-4D97-AF65-F5344CB8AC3E}">
        <p14:creationId xmlns:p14="http://schemas.microsoft.com/office/powerpoint/2010/main" val="1047138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CAD70-2941-3CA2-D9B8-507DCB2A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4F1C51FC-C5D7-AA25-6BDD-96851C2A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0C883994-F023-8CC7-1815-2007E1F1D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b="1" dirty="0"/>
              <a:t>Srážky (</a:t>
            </a:r>
            <a:r>
              <a:rPr lang="cs-CZ" b="1" dirty="0" err="1"/>
              <a:t>precipitation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(mm/den),</a:t>
            </a:r>
          </a:p>
          <a:p>
            <a:r>
              <a:rPr lang="cs-CZ" dirty="0"/>
              <a:t>Převod na kategoriální rozsahy dle množství srážek:</a:t>
            </a:r>
          </a:p>
          <a:p>
            <a:pPr lvl="1"/>
            <a:r>
              <a:rPr lang="cs-CZ" dirty="0"/>
              <a:t>0.0 → no </a:t>
            </a:r>
            <a:r>
              <a:rPr lang="cs-CZ" dirty="0" err="1"/>
              <a:t>rain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0.1–0.9 → very </a:t>
            </a:r>
            <a:r>
              <a:rPr lang="cs-CZ" dirty="0" err="1"/>
              <a:t>light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1.0–10.0 → </a:t>
            </a:r>
            <a:r>
              <a:rPr lang="cs-CZ" dirty="0" err="1"/>
              <a:t>light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10.1–30.0 → medium,</a:t>
            </a:r>
          </a:p>
          <a:p>
            <a:pPr lvl="1"/>
            <a:r>
              <a:rPr lang="cs-CZ" dirty="0"/>
              <a:t>30.1–70.0 → </a:t>
            </a:r>
            <a:r>
              <a:rPr lang="cs-CZ" dirty="0" err="1"/>
              <a:t>strong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70.1–150.0 → very </a:t>
            </a:r>
            <a:r>
              <a:rPr lang="cs-CZ" dirty="0" err="1"/>
              <a:t>strong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150.0 → </a:t>
            </a:r>
            <a:r>
              <a:rPr lang="cs-CZ" dirty="0" err="1"/>
              <a:t>extremely</a:t>
            </a:r>
            <a:r>
              <a:rPr lang="cs-CZ" dirty="0"/>
              <a:t> </a:t>
            </a:r>
            <a:r>
              <a:rPr lang="cs-CZ" dirty="0" err="1"/>
              <a:t>strong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3586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20E4-9CEA-1E21-097F-EA0BE203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A719BEF9-0912-459B-B58D-2F597258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6A5EB42-8D74-679C-3A35-0F5E656E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/>
              <a:t>Výška sněhové pokrývky (</a:t>
            </a:r>
            <a:r>
              <a:rPr lang="cs-CZ" b="1" dirty="0" err="1"/>
              <a:t>snow_depth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(cm),</a:t>
            </a:r>
          </a:p>
          <a:p>
            <a:r>
              <a:rPr lang="cs-CZ" dirty="0"/>
              <a:t>Převod na kategoriální rozsahy dle výšky sněhové pokrývky:</a:t>
            </a:r>
          </a:p>
          <a:p>
            <a:pPr lvl="1"/>
            <a:r>
              <a:rPr lang="cs-CZ" dirty="0"/>
              <a:t>0 → </a:t>
            </a:r>
            <a:r>
              <a:rPr lang="cs-CZ" dirty="0" err="1"/>
              <a:t>none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0.1–2.0 → </a:t>
            </a:r>
            <a:r>
              <a:rPr lang="cs-CZ" dirty="0" err="1"/>
              <a:t>trace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2.1–5.0 → </a:t>
            </a:r>
            <a:r>
              <a:rPr lang="cs-CZ" dirty="0" err="1"/>
              <a:t>shallow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5.1–10.0 → </a:t>
            </a:r>
            <a:r>
              <a:rPr lang="cs-CZ" dirty="0" err="1"/>
              <a:t>moderate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10.1–20.0 → </a:t>
            </a:r>
            <a:r>
              <a:rPr lang="cs-CZ" dirty="0" err="1"/>
              <a:t>deep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20.0 → very </a:t>
            </a:r>
            <a:r>
              <a:rPr lang="cs-CZ" dirty="0" err="1"/>
              <a:t>deep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1625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9DED-9E77-E230-5697-AABFEB85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1F1F7271-619F-995E-BF3F-3F3AA61C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kategorizace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B18A55D-7EC9-785B-0994-3731AA13E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b="1" dirty="0"/>
              <a:t>Atmosférický tlak (</a:t>
            </a:r>
            <a:r>
              <a:rPr lang="cs-CZ" b="1" dirty="0" err="1"/>
              <a:t>pressure</a:t>
            </a:r>
            <a:r>
              <a:rPr lang="cs-CZ" b="1" dirty="0"/>
              <a:t>)</a:t>
            </a:r>
          </a:p>
          <a:p>
            <a:r>
              <a:rPr lang="cs-CZ" dirty="0"/>
              <a:t>Původní hodnota: číselná (hPa),</a:t>
            </a:r>
          </a:p>
          <a:p>
            <a:r>
              <a:rPr lang="cs-CZ" dirty="0"/>
              <a:t>Převod na kategoriální rozsahy dle atmosférického tlaku:</a:t>
            </a:r>
          </a:p>
          <a:p>
            <a:pPr lvl="1"/>
            <a:r>
              <a:rPr lang="cs-CZ" dirty="0"/>
              <a:t>&lt; 995 → </a:t>
            </a:r>
            <a:r>
              <a:rPr lang="cs-CZ" dirty="0" err="1"/>
              <a:t>extremely</a:t>
            </a:r>
            <a:r>
              <a:rPr lang="cs-CZ" dirty="0"/>
              <a:t> </a:t>
            </a:r>
            <a:r>
              <a:rPr lang="cs-CZ" dirty="0" err="1"/>
              <a:t>low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995–999.9 → very </a:t>
            </a:r>
            <a:r>
              <a:rPr lang="cs-CZ" dirty="0" err="1"/>
              <a:t>low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1000–1005 → </a:t>
            </a:r>
            <a:r>
              <a:rPr lang="cs-CZ" dirty="0" err="1"/>
              <a:t>low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1005–1010 → </a:t>
            </a:r>
            <a:r>
              <a:rPr lang="cs-CZ" dirty="0" err="1"/>
              <a:t>normal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1010–1015 → </a:t>
            </a:r>
            <a:r>
              <a:rPr lang="cs-CZ" dirty="0" err="1"/>
              <a:t>high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1015–1020 → very </a:t>
            </a:r>
            <a:r>
              <a:rPr lang="cs-CZ" dirty="0" err="1"/>
              <a:t>high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1020 → </a:t>
            </a:r>
            <a:r>
              <a:rPr lang="cs-CZ" dirty="0" err="1"/>
              <a:t>extremely</a:t>
            </a:r>
            <a:r>
              <a:rPr lang="cs-CZ" dirty="0"/>
              <a:t> </a:t>
            </a:r>
            <a:r>
              <a:rPr lang="cs-CZ" dirty="0" err="1"/>
              <a:t>high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8526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CDAEE-0369-87A4-8438-8505CA4B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CF6775B1-C389-6818-9BBC-4D54DC7BF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London </a:t>
            </a:r>
            <a:r>
              <a:rPr lang="cs-CZ" dirty="0" err="1"/>
              <a:t>weather</a:t>
            </a:r>
            <a:r>
              <a:rPr lang="cs-CZ" dirty="0"/>
              <a:t> data – Další úpravy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51483C97-6A0E-C1CD-A529-184CB7BB6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Date</a:t>
            </a:r>
            <a:endParaRPr lang="cs-CZ" b="1" dirty="0"/>
          </a:p>
          <a:p>
            <a:r>
              <a:rPr lang="cs-CZ" dirty="0"/>
              <a:t>Atribut </a:t>
            </a:r>
            <a:r>
              <a:rPr lang="cs-CZ" dirty="0" err="1"/>
              <a:t>Date</a:t>
            </a:r>
            <a:r>
              <a:rPr lang="cs-CZ" dirty="0"/>
              <a:t> je v celočíselném formátu</a:t>
            </a:r>
          </a:p>
          <a:p>
            <a:r>
              <a:rPr lang="cs-CZ" dirty="0"/>
              <a:t>Atribut bude převeden do formátu YYYY-MM-DD</a:t>
            </a:r>
          </a:p>
        </p:txBody>
      </p:sp>
    </p:spTree>
    <p:extLst>
      <p:ext uri="{BB962C8B-B14F-4D97-AF65-F5344CB8AC3E}">
        <p14:creationId xmlns:p14="http://schemas.microsoft.com/office/powerpoint/2010/main" val="1449998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D6A4-EC45-F6F2-CF97-5119EA90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0F52B8BA-F21C-14FC-14FC-D41965F9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Chybějící záznamy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CF8D7A05-C1CD-C9DA-E064-40CE02F69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5437802" cy="4495800"/>
          </a:xfrm>
        </p:spPr>
        <p:txBody>
          <a:bodyPr>
            <a:normAutofit/>
          </a:bodyPr>
          <a:lstStyle/>
          <a:p>
            <a:r>
              <a:rPr lang="cs-CZ" dirty="0"/>
              <a:t>V </a:t>
            </a:r>
            <a:r>
              <a:rPr lang="cs-CZ" dirty="0" err="1"/>
              <a:t>datasetech</a:t>
            </a:r>
            <a:r>
              <a:rPr lang="cs-CZ" dirty="0"/>
              <a:t> obou restaurací jsou velké mezery v záznamech.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DB769C8-D125-571C-FD6E-E784F9B52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002" y="2580376"/>
            <a:ext cx="5820736" cy="2181630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35714DD-8718-3686-5683-BF65732B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4" y="3555107"/>
            <a:ext cx="5953956" cy="2743583"/>
          </a:xfrm>
          <a:prstGeom prst="rect">
            <a:avLst/>
          </a:prstGeom>
        </p:spPr>
      </p:pic>
      <p:sp>
        <p:nvSpPr>
          <p:cNvPr id="10" name="Zástupný obsah 8">
            <a:extLst>
              <a:ext uri="{FF2B5EF4-FFF2-40B4-BE49-F238E27FC236}">
                <a16:creationId xmlns:a16="http://schemas.microsoft.com/office/drawing/2014/main" id="{1099158D-B90E-6A5E-0669-A782FB2A83DA}"/>
              </a:ext>
            </a:extLst>
          </p:cNvPr>
          <p:cNvSpPr txBox="1">
            <a:spLocks/>
          </p:cNvSpPr>
          <p:nvPr/>
        </p:nvSpPr>
        <p:spPr>
          <a:xfrm>
            <a:off x="6180117" y="4958011"/>
            <a:ext cx="5437802" cy="1538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4350" indent="-5143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988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988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988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988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988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Oba </a:t>
            </a:r>
            <a:r>
              <a:rPr lang="cs-CZ" dirty="0" err="1"/>
              <a:t>datasety</a:t>
            </a:r>
            <a:r>
              <a:rPr lang="cs-CZ" dirty="0"/>
              <a:t> mají nedokončený rok 2019 bez chybějících dat.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501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20DE6-7EAB-F45E-D80C-85AAA33D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F281F987-C0A8-8E34-9C03-BFF4F2A7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Chybějící záznamy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D795A395-A6A9-5BBB-7C25-9A3B03C5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lnSpcReduction="10000"/>
          </a:bodyPr>
          <a:lstStyle/>
          <a:p>
            <a:r>
              <a:rPr lang="cs-CZ" dirty="0"/>
              <a:t>V </a:t>
            </a:r>
            <a:r>
              <a:rPr lang="cs-CZ" dirty="0" err="1"/>
              <a:t>datasetu</a:t>
            </a:r>
            <a:r>
              <a:rPr lang="cs-CZ" dirty="0"/>
              <a:t> č. 1 chybí zhruba 30% záznamů mezi roky 2015 a 2018</a:t>
            </a:r>
          </a:p>
          <a:p>
            <a:r>
              <a:rPr lang="cs-CZ" dirty="0"/>
              <a:t>V </a:t>
            </a:r>
            <a:r>
              <a:rPr lang="cs-CZ" dirty="0" err="1"/>
              <a:t>datasetu</a:t>
            </a:r>
            <a:r>
              <a:rPr lang="cs-CZ" dirty="0"/>
              <a:t> č. 2 chybí zhruba 15% záznamů mezi roky 2015 a 2018</a:t>
            </a:r>
          </a:p>
          <a:p>
            <a:pPr marL="0" indent="0">
              <a:buNone/>
            </a:pPr>
            <a:r>
              <a:rPr lang="cs-CZ" dirty="0"/>
              <a:t>→ vzhledem k tomuto a vyššímu celkovému počtu objednávek v </a:t>
            </a:r>
            <a:r>
              <a:rPr lang="cs-CZ" dirty="0" err="1"/>
              <a:t>datasetu</a:t>
            </a:r>
            <a:r>
              <a:rPr lang="cs-CZ" dirty="0"/>
              <a:t> č. 2 byl zvolen druhý </a:t>
            </a:r>
            <a:r>
              <a:rPr lang="cs-CZ" dirty="0" err="1"/>
              <a:t>dataset</a:t>
            </a:r>
            <a:r>
              <a:rPr lang="cs-CZ" dirty="0"/>
              <a:t> jako vhodnější k analýze</a:t>
            </a:r>
          </a:p>
          <a:p>
            <a:r>
              <a:rPr lang="cs-CZ" dirty="0"/>
              <a:t>Také vzhledem k velké nekompletnosti dat v roce 2015 a 2016 byl </a:t>
            </a:r>
            <a:r>
              <a:rPr lang="cs-CZ" dirty="0" err="1"/>
              <a:t>dataset</a:t>
            </a:r>
            <a:r>
              <a:rPr lang="cs-CZ" dirty="0"/>
              <a:t> omezen pouze na data od 25.7.2016 do 3.8.2019</a:t>
            </a:r>
          </a:p>
          <a:p>
            <a:pPr lvl="1"/>
            <a:r>
              <a:rPr lang="cs-CZ" dirty="0"/>
              <a:t>Dle toho byl upraven i </a:t>
            </a:r>
            <a:r>
              <a:rPr lang="cs-CZ" dirty="0" err="1"/>
              <a:t>dataset</a:t>
            </a:r>
            <a:r>
              <a:rPr lang="cs-CZ" dirty="0"/>
              <a:t> London </a:t>
            </a:r>
            <a:r>
              <a:rPr lang="cs-CZ" dirty="0" err="1"/>
              <a:t>weather</a:t>
            </a:r>
            <a:r>
              <a:rPr lang="cs-CZ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40319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B5D73-82EB-2B21-BB8D-AEFB3650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19EF9C4C-D498-0EC0-1515-8E334202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změna formátu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06C8FEE1-8284-8D38-A329-38B1CF4C5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Formát </a:t>
            </a:r>
            <a:r>
              <a:rPr lang="cs-CZ" dirty="0" err="1"/>
              <a:t>datasetu</a:t>
            </a:r>
            <a:r>
              <a:rPr lang="cs-CZ" dirty="0"/>
              <a:t> je nutné změnit</a:t>
            </a:r>
          </a:p>
          <a:p>
            <a:pPr lvl="1"/>
            <a:r>
              <a:rPr lang="cs-CZ" dirty="0"/>
              <a:t>Jeden záznam pro každou položku každé objednávky není vhodné k analýze</a:t>
            </a:r>
          </a:p>
          <a:p>
            <a:pPr lvl="1"/>
            <a:r>
              <a:rPr lang="cs-CZ" dirty="0"/>
              <a:t>Vhodnější formát pro analýzu je rozšířit </a:t>
            </a:r>
            <a:r>
              <a:rPr lang="cs-CZ" dirty="0" err="1"/>
              <a:t>dataset</a:t>
            </a:r>
            <a:r>
              <a:rPr lang="cs-CZ" dirty="0"/>
              <a:t> do šířky</a:t>
            </a:r>
          </a:p>
          <a:p>
            <a:pPr lvl="2"/>
            <a:r>
              <a:rPr lang="cs-CZ" dirty="0"/>
              <a:t>Pro každou objednávku bude pouze jeden záznam, s celočíselnými sloupci odpovídajícími všem možným produktům</a:t>
            </a:r>
          </a:p>
          <a:p>
            <a:pPr lvl="1"/>
            <a:r>
              <a:rPr lang="cs-CZ" dirty="0"/>
              <a:t>Také budou doplněny agregační sloupce pro lepší analýzu objednávek</a:t>
            </a:r>
          </a:p>
        </p:txBody>
      </p:sp>
    </p:spTree>
    <p:extLst>
      <p:ext uri="{BB962C8B-B14F-4D97-AF65-F5344CB8AC3E}">
        <p14:creationId xmlns:p14="http://schemas.microsoft.com/office/powerpoint/2010/main" val="191451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73ED-7867-EF94-69B5-DB853676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8A06B6DF-D347-E59B-3A5B-FEB37B16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změna formátu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5F9F4225-25F9-B13D-4991-C0ACA0EFB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fontScale="92500" lnSpcReduction="20000"/>
          </a:bodyPr>
          <a:lstStyle/>
          <a:p>
            <a:r>
              <a:rPr lang="cs-CZ" dirty="0"/>
              <a:t>Byly přidány tyto agregační sloupce:</a:t>
            </a:r>
          </a:p>
          <a:p>
            <a:pPr lvl="1"/>
            <a:r>
              <a:rPr lang="cs-CZ" dirty="0" err="1"/>
              <a:t>Total</a:t>
            </a:r>
            <a:r>
              <a:rPr lang="cs-CZ" dirty="0"/>
              <a:t> </a:t>
            </a:r>
            <a:r>
              <a:rPr lang="cs-CZ" dirty="0" err="1"/>
              <a:t>products</a:t>
            </a:r>
            <a:r>
              <a:rPr lang="cs-CZ" dirty="0"/>
              <a:t> – Celkový počet všech produktů v objednávce (součet množství všech položek).</a:t>
            </a:r>
          </a:p>
          <a:p>
            <a:pPr lvl="1"/>
            <a:r>
              <a:rPr lang="cs-CZ" dirty="0" err="1"/>
              <a:t>Average</a:t>
            </a:r>
            <a:r>
              <a:rPr lang="cs-CZ" dirty="0"/>
              <a:t> </a:t>
            </a:r>
            <a:r>
              <a:rPr lang="cs-CZ" dirty="0" err="1"/>
              <a:t>Item</a:t>
            </a:r>
            <a:r>
              <a:rPr lang="cs-CZ" dirty="0"/>
              <a:t> </a:t>
            </a:r>
            <a:r>
              <a:rPr lang="cs-CZ" dirty="0" err="1"/>
              <a:t>Price</a:t>
            </a:r>
            <a:r>
              <a:rPr lang="cs-CZ" dirty="0"/>
              <a:t> – Průměrná cena produktu v objednávce</a:t>
            </a:r>
          </a:p>
          <a:p>
            <a:pPr lvl="1"/>
            <a:r>
              <a:rPr lang="cs-CZ" dirty="0" err="1"/>
              <a:t>Cheapest</a:t>
            </a:r>
            <a:r>
              <a:rPr lang="cs-CZ" dirty="0"/>
              <a:t> </a:t>
            </a:r>
            <a:r>
              <a:rPr lang="cs-CZ" dirty="0" err="1"/>
              <a:t>Item</a:t>
            </a:r>
            <a:r>
              <a:rPr lang="cs-CZ" dirty="0"/>
              <a:t> </a:t>
            </a:r>
            <a:r>
              <a:rPr lang="cs-CZ" dirty="0" err="1"/>
              <a:t>Price</a:t>
            </a:r>
            <a:r>
              <a:rPr lang="cs-CZ" dirty="0"/>
              <a:t> – Cena nejlevnějšího produktu obsaženého v objednávce.</a:t>
            </a:r>
          </a:p>
          <a:p>
            <a:pPr lvl="1"/>
            <a:r>
              <a:rPr lang="cs-CZ" dirty="0"/>
              <a:t>Most </a:t>
            </a:r>
            <a:r>
              <a:rPr lang="cs-CZ" dirty="0" err="1"/>
              <a:t>Expensive</a:t>
            </a:r>
            <a:r>
              <a:rPr lang="cs-CZ" dirty="0"/>
              <a:t> </a:t>
            </a:r>
            <a:r>
              <a:rPr lang="cs-CZ" dirty="0" err="1"/>
              <a:t>Item</a:t>
            </a:r>
            <a:r>
              <a:rPr lang="cs-CZ" dirty="0"/>
              <a:t> </a:t>
            </a:r>
            <a:r>
              <a:rPr lang="cs-CZ" dirty="0" err="1"/>
              <a:t>Price</a:t>
            </a:r>
            <a:r>
              <a:rPr lang="cs-CZ" dirty="0"/>
              <a:t> – Cena nejdražšího produktu v objednávce.</a:t>
            </a:r>
          </a:p>
          <a:p>
            <a:pPr lvl="1"/>
            <a:r>
              <a:rPr lang="cs-CZ" dirty="0" err="1"/>
              <a:t>Average</a:t>
            </a:r>
            <a:r>
              <a:rPr lang="cs-CZ" dirty="0"/>
              <a:t> </a:t>
            </a:r>
            <a:r>
              <a:rPr lang="cs-CZ" dirty="0" err="1"/>
              <a:t>Item</a:t>
            </a:r>
            <a:r>
              <a:rPr lang="cs-CZ" dirty="0"/>
              <a:t> </a:t>
            </a:r>
            <a:r>
              <a:rPr lang="cs-CZ" dirty="0" err="1"/>
              <a:t>Quantity</a:t>
            </a:r>
            <a:r>
              <a:rPr lang="cs-CZ" dirty="0"/>
              <a:t> – Průměrné množství objednaných kusů každého produktu v dané objednávce.</a:t>
            </a:r>
          </a:p>
          <a:p>
            <a:pPr lvl="1"/>
            <a:r>
              <a:rPr lang="cs-CZ" dirty="0"/>
              <a:t>Max </a:t>
            </a:r>
            <a:r>
              <a:rPr lang="cs-CZ" dirty="0" err="1"/>
              <a:t>Item</a:t>
            </a:r>
            <a:r>
              <a:rPr lang="cs-CZ" dirty="0"/>
              <a:t> </a:t>
            </a:r>
            <a:r>
              <a:rPr lang="cs-CZ" dirty="0" err="1"/>
              <a:t>Quantity</a:t>
            </a:r>
            <a:r>
              <a:rPr lang="cs-CZ" dirty="0"/>
              <a:t> – Nejvyšší počet kusů jednoho produktu v dané objednávce.</a:t>
            </a:r>
          </a:p>
          <a:p>
            <a:pPr lvl="1"/>
            <a:r>
              <a:rPr lang="cs-CZ" dirty="0"/>
              <a:t>Min </a:t>
            </a:r>
            <a:r>
              <a:rPr lang="cs-CZ" dirty="0" err="1"/>
              <a:t>Item</a:t>
            </a:r>
            <a:r>
              <a:rPr lang="cs-CZ" dirty="0"/>
              <a:t> </a:t>
            </a:r>
            <a:r>
              <a:rPr lang="cs-CZ" dirty="0" err="1"/>
              <a:t>Quantity</a:t>
            </a:r>
            <a:r>
              <a:rPr lang="cs-CZ" dirty="0"/>
              <a:t> – Nejnižší počet kusů jednoho produktu v dané objednávce.</a:t>
            </a:r>
          </a:p>
        </p:txBody>
      </p:sp>
    </p:spTree>
    <p:extLst>
      <p:ext uri="{BB962C8B-B14F-4D97-AF65-F5344CB8AC3E}">
        <p14:creationId xmlns:p14="http://schemas.microsoft.com/office/powerpoint/2010/main" val="118124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8887-62F8-8830-7FD9-E2EF855D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D2F7ED50-EDC7-0388-D567-4C62B0B3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Takeaway</a:t>
            </a:r>
            <a:r>
              <a:rPr lang="cs-CZ" dirty="0"/>
              <a:t> Food </a:t>
            </a:r>
            <a:r>
              <a:rPr lang="cs-CZ" dirty="0" err="1"/>
              <a:t>Orders</a:t>
            </a:r>
            <a:r>
              <a:rPr lang="cs-CZ" dirty="0"/>
              <a:t> – Další úpravy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63BE80B3-6EFB-2406-72B6-9E4544A2F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b="1" dirty="0" err="1"/>
              <a:t>Order</a:t>
            </a:r>
            <a:r>
              <a:rPr lang="cs-CZ" b="1" dirty="0"/>
              <a:t> </a:t>
            </a:r>
            <a:r>
              <a:rPr lang="cs-CZ" b="1" dirty="0" err="1"/>
              <a:t>Date</a:t>
            </a:r>
            <a:endParaRPr lang="cs-CZ" b="1" dirty="0"/>
          </a:p>
          <a:p>
            <a:r>
              <a:rPr lang="cs-CZ" dirty="0"/>
              <a:t>Sloupec </a:t>
            </a:r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Date</a:t>
            </a:r>
            <a:r>
              <a:rPr lang="cs-CZ" dirty="0"/>
              <a:t> obsahuje záznam data a času každé objednávky</a:t>
            </a:r>
          </a:p>
          <a:p>
            <a:r>
              <a:rPr lang="cs-CZ" dirty="0"/>
              <a:t>Pro snadné spojení </a:t>
            </a:r>
            <a:r>
              <a:rPr lang="cs-CZ" dirty="0" err="1"/>
              <a:t>datasetů</a:t>
            </a:r>
            <a:r>
              <a:rPr lang="cs-CZ" dirty="0"/>
              <a:t> je nutné sjednotit datum, a oddělit časovou hodnotu</a:t>
            </a:r>
          </a:p>
          <a:p>
            <a:r>
              <a:rPr lang="cs-CZ" dirty="0"/>
              <a:t>Sloupec </a:t>
            </a:r>
            <a:r>
              <a:rPr lang="cs-CZ" dirty="0" err="1"/>
              <a:t>Order</a:t>
            </a:r>
            <a:r>
              <a:rPr lang="cs-CZ" dirty="0"/>
              <a:t> </a:t>
            </a:r>
            <a:r>
              <a:rPr lang="cs-CZ" dirty="0" err="1"/>
              <a:t>Date</a:t>
            </a:r>
            <a:r>
              <a:rPr lang="cs-CZ" dirty="0"/>
              <a:t> byl rozdělen na tyto sloupce:</a:t>
            </a:r>
          </a:p>
          <a:p>
            <a:pPr lvl="1"/>
            <a:r>
              <a:rPr lang="cs-CZ" dirty="0" err="1"/>
              <a:t>Date</a:t>
            </a:r>
            <a:r>
              <a:rPr lang="cs-CZ" dirty="0"/>
              <a:t> – YYYY-MM-DD</a:t>
            </a:r>
          </a:p>
          <a:p>
            <a:pPr lvl="1"/>
            <a:r>
              <a:rPr lang="cs-CZ" dirty="0"/>
              <a:t>Time – HH:MM:SS</a:t>
            </a:r>
          </a:p>
        </p:txBody>
      </p:sp>
    </p:spTree>
    <p:extLst>
      <p:ext uri="{BB962C8B-B14F-4D97-AF65-F5344CB8AC3E}">
        <p14:creationId xmlns:p14="http://schemas.microsoft.com/office/powerpoint/2010/main" val="1410008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73A6-DF7E-03DA-D2AC-533DEA9C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3">
            <a:extLst>
              <a:ext uri="{FF2B5EF4-FFF2-40B4-BE49-F238E27FC236}">
                <a16:creationId xmlns:a16="http://schemas.microsoft.com/office/drawing/2014/main" id="{B4AC9F2C-5E6A-A325-C49E-1B9AED685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890353"/>
            <a:ext cx="10515601" cy="1782150"/>
          </a:xfrm>
        </p:spPr>
        <p:txBody>
          <a:bodyPr>
            <a:normAutofit/>
          </a:bodyPr>
          <a:lstStyle/>
          <a:p>
            <a:r>
              <a:rPr lang="cs-CZ" dirty="0"/>
              <a:t>Návrhy oblastí k analýze a způsob řešení otázek</a:t>
            </a:r>
          </a:p>
        </p:txBody>
      </p:sp>
    </p:spTree>
    <p:extLst>
      <p:ext uri="{BB962C8B-B14F-4D97-AF65-F5344CB8AC3E}">
        <p14:creationId xmlns:p14="http://schemas.microsoft.com/office/powerpoint/2010/main" val="3802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4E83-6AE6-0677-C72A-42142CBD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6D2A464B-7BFE-A0FC-81CC-509CA976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Návrhy oblastí k analýze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90ED68CE-BD33-7ABD-D5F0-9B951E5D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 fontScale="70000" lnSpcReduction="20000"/>
          </a:bodyPr>
          <a:lstStyle/>
          <a:p>
            <a:r>
              <a:rPr lang="cs-CZ" dirty="0"/>
              <a:t>Korelace počasí a počtu objednávek</a:t>
            </a:r>
          </a:p>
          <a:p>
            <a:pPr lvl="1"/>
            <a:r>
              <a:rPr lang="cs-CZ" dirty="0"/>
              <a:t>Jaký je vztah mezi teplotou, srážkami, slunečním svitem a denním počtem objednávek?</a:t>
            </a:r>
          </a:p>
          <a:p>
            <a:r>
              <a:rPr lang="cs-CZ" dirty="0"/>
              <a:t>Vliv počasí na hodnotu objednávek</a:t>
            </a:r>
          </a:p>
          <a:p>
            <a:pPr lvl="1"/>
            <a:r>
              <a:rPr lang="cs-CZ" dirty="0"/>
              <a:t>Mění se průměrná cena objednávky nebo celkový denní obrat s ohledem na počasí?</a:t>
            </a:r>
          </a:p>
          <a:p>
            <a:r>
              <a:rPr lang="cs-CZ" dirty="0"/>
              <a:t>Složení objednávek vs. počasí</a:t>
            </a:r>
          </a:p>
          <a:p>
            <a:pPr lvl="1"/>
            <a:r>
              <a:rPr lang="cs-CZ" dirty="0"/>
              <a:t>Jak se počasí promítá do výběru položek – např. více teplých jídel v chladných dnech, více nápojů v teplých?</a:t>
            </a:r>
          </a:p>
          <a:p>
            <a:r>
              <a:rPr lang="cs-CZ" dirty="0"/>
              <a:t>Sezónní vlivy</a:t>
            </a:r>
          </a:p>
          <a:p>
            <a:pPr lvl="1"/>
            <a:r>
              <a:rPr lang="cs-CZ" dirty="0"/>
              <a:t>Jak se chování zákazníků liší mezi ročními obdobími nebo měsíci?</a:t>
            </a:r>
          </a:p>
          <a:p>
            <a:r>
              <a:rPr lang="cs-CZ" dirty="0"/>
              <a:t>Současný výskyt meteorologických faktorů</a:t>
            </a:r>
          </a:p>
          <a:p>
            <a:pPr lvl="1"/>
            <a:r>
              <a:rPr lang="cs-CZ" dirty="0"/>
              <a:t>Jak kombinace více faktorů (např. nízká teplota + silný déšť) ovlivňuje počet a typ objednávek?</a:t>
            </a:r>
          </a:p>
          <a:p>
            <a:r>
              <a:rPr lang="cs-CZ" dirty="0"/>
              <a:t>Dny s extrémními hodnotami</a:t>
            </a:r>
          </a:p>
          <a:p>
            <a:pPr lvl="1"/>
            <a:r>
              <a:rPr lang="cs-CZ" dirty="0"/>
              <a:t>Vyhledání dnů s výrazně nadprůměrnými nebo podprůměrnými prodeji a porovnání s meteorologickými podmínkami.</a:t>
            </a:r>
          </a:p>
        </p:txBody>
      </p:sp>
    </p:spTree>
    <p:extLst>
      <p:ext uri="{BB962C8B-B14F-4D97-AF65-F5344CB8AC3E}">
        <p14:creationId xmlns:p14="http://schemas.microsoft.com/office/powerpoint/2010/main" val="3676846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C8B9-54F2-8C89-7D1D-1182DD89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5E914EE7-32E4-310C-6E0A-D52FAEC02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 řešení otázek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86A32F67-32E9-9B8D-536E-46AC53FBA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/>
              <a:t>K přípravě dat bude použit jazyk python (</a:t>
            </a:r>
            <a:r>
              <a:rPr lang="cs-CZ" dirty="0" err="1"/>
              <a:t>pandas</a:t>
            </a:r>
            <a:r>
              <a:rPr lang="cs-CZ" dirty="0"/>
              <a:t>)</a:t>
            </a:r>
          </a:p>
          <a:p>
            <a:r>
              <a:rPr lang="cs-CZ" dirty="0"/>
              <a:t>K analýze budou primárně použity tyto nástroje:</a:t>
            </a:r>
          </a:p>
          <a:p>
            <a:pPr lvl="1"/>
            <a:r>
              <a:rPr lang="cs-CZ" dirty="0"/>
              <a:t>Python</a:t>
            </a:r>
          </a:p>
          <a:p>
            <a:pPr lvl="2"/>
            <a:r>
              <a:rPr lang="cs-CZ" dirty="0"/>
              <a:t>Procedury knihovny </a:t>
            </a:r>
            <a:r>
              <a:rPr lang="cs-CZ" dirty="0" err="1"/>
              <a:t>CleverMiner</a:t>
            </a:r>
            <a:r>
              <a:rPr lang="cs-CZ" dirty="0"/>
              <a:t> na vyhledání asociačních pravidel</a:t>
            </a:r>
          </a:p>
          <a:p>
            <a:pPr lvl="1"/>
            <a:r>
              <a:rPr lang="cs-CZ" dirty="0" err="1"/>
              <a:t>Power</a:t>
            </a:r>
            <a:r>
              <a:rPr lang="cs-CZ" dirty="0"/>
              <a:t> BI</a:t>
            </a:r>
          </a:p>
          <a:p>
            <a:pPr lvl="2"/>
            <a:r>
              <a:rPr lang="cs-CZ" dirty="0"/>
              <a:t>Interaktivní vizualizace dat</a:t>
            </a:r>
          </a:p>
          <a:p>
            <a:pPr lvl="2"/>
            <a:r>
              <a:rPr lang="cs-CZ" dirty="0"/>
              <a:t>Snadné provedení snazších analýz nevhodných pro </a:t>
            </a:r>
            <a:r>
              <a:rPr lang="cs-CZ" dirty="0" err="1"/>
              <a:t>CleverMiner</a:t>
            </a:r>
            <a:endParaRPr lang="cs-CZ" dirty="0"/>
          </a:p>
          <a:p>
            <a:pPr lvl="2"/>
            <a:r>
              <a:rPr lang="cs-CZ" dirty="0"/>
              <a:t>Prezentace výsledků práce</a:t>
            </a:r>
          </a:p>
        </p:txBody>
      </p:sp>
    </p:spTree>
    <p:extLst>
      <p:ext uri="{BB962C8B-B14F-4D97-AF65-F5344CB8AC3E}">
        <p14:creationId xmlns:p14="http://schemas.microsoft.com/office/powerpoint/2010/main" val="3941251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488F-12A6-945C-D408-6FB4F7749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3">
            <a:extLst>
              <a:ext uri="{FF2B5EF4-FFF2-40B4-BE49-F238E27FC236}">
                <a16:creationId xmlns:a16="http://schemas.microsoft.com/office/drawing/2014/main" id="{0B26AB79-6413-F5D9-9F28-AB5114175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890353"/>
            <a:ext cx="10515601" cy="1782150"/>
          </a:xfrm>
        </p:spPr>
        <p:txBody>
          <a:bodyPr>
            <a:normAutofit/>
          </a:bodyPr>
          <a:lstStyle/>
          <a:p>
            <a:r>
              <a:rPr lang="cs-CZ" dirty="0"/>
              <a:t>Zdroje</a:t>
            </a:r>
          </a:p>
        </p:txBody>
      </p:sp>
    </p:spTree>
    <p:extLst>
      <p:ext uri="{BB962C8B-B14F-4D97-AF65-F5344CB8AC3E}">
        <p14:creationId xmlns:p14="http://schemas.microsoft.com/office/powerpoint/2010/main" val="248508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81BD-6511-3782-F1DC-32CD5CE47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AB639071-5F3D-03C4-C7BE-65588414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2AA84812-117F-DCA2-13D4-72011E049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6"/>
            <a:ext cx="10415954" cy="4495800"/>
          </a:xfrm>
        </p:spPr>
        <p:txBody>
          <a:bodyPr>
            <a:normAutofit/>
          </a:bodyPr>
          <a:lstStyle/>
          <a:p>
            <a:r>
              <a:rPr lang="cs-CZ" dirty="0">
                <a:hlinkClick r:id="rId2"/>
              </a:rPr>
              <a:t>https://www.kaggle.com/datasets/henslersoftware/19560-indian-takeaway-orders</a:t>
            </a:r>
            <a:endParaRPr lang="cs-CZ" dirty="0"/>
          </a:p>
          <a:p>
            <a:r>
              <a:rPr lang="cs-CZ" dirty="0">
                <a:hlinkClick r:id="rId3"/>
              </a:rPr>
              <a:t>https://www.kaggle.com/datasets/emmanuelfwerr/london-weather-data/data</a:t>
            </a:r>
            <a:endParaRPr lang="cs-CZ" dirty="0"/>
          </a:p>
          <a:p>
            <a:r>
              <a:rPr lang="cs-CZ" dirty="0"/>
              <a:t>Ke tvorbě skriptů v jazyce python bylo využito LLM společnosti </a:t>
            </a:r>
            <a:r>
              <a:rPr lang="cs-CZ" dirty="0" err="1"/>
              <a:t>OpenAI</a:t>
            </a:r>
            <a:endParaRPr lang="cs-CZ" dirty="0"/>
          </a:p>
          <a:p>
            <a:r>
              <a:rPr lang="cs-CZ" dirty="0"/>
              <a:t>Veškeré skripty a </a:t>
            </a:r>
            <a:r>
              <a:rPr lang="cs-CZ" dirty="0" err="1"/>
              <a:t>datasety</a:t>
            </a:r>
            <a:r>
              <a:rPr lang="cs-CZ" dirty="0"/>
              <a:t> jsou přístupné na </a:t>
            </a:r>
            <a:r>
              <a:rPr lang="cs-CZ" dirty="0">
                <a:hlinkClick r:id="rId4"/>
              </a:rPr>
              <a:t>https://github.com/tomstomstoms2/4IZ503</a:t>
            </a:r>
            <a:r>
              <a:rPr lang="cs-CZ" dirty="0"/>
              <a:t>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4752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04F67649-27AC-4684-8140-F46EC13E4426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59ED9C33-684D-4489-A545-87615940B4A9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6D569184-4C56-4834-BF41-2D41E556D2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AD61CDED85140BF5B934B48DD3484" ma:contentTypeVersion="15" ma:contentTypeDescription="Create a new document." ma:contentTypeScope="" ma:versionID="cc982a5df0320791fbc3ea24d0deba6b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b8f28b2c1c50d19b407cb644c1af36e4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Props1.xml><?xml version="1.0" encoding="utf-8"?>
<ds:datastoreItem xmlns:ds="http://schemas.openxmlformats.org/officeDocument/2006/customXml" ds:itemID="{DF640C63-9DD8-4B62-86DE-11E671AE31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9A6C99-E559-4EEA-8BA4-0D96DB641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e71cfb-81ed-4b9d-9a1f-cae1a72b62ba"/>
    <ds:schemaRef ds:uri="184be059-f9c1-47a1-baeb-6b78fb5c2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FFFD51-C84D-4D5C-913C-A81E7E806FD4}">
  <ds:schemaRefs>
    <ds:schemaRef ds:uri="http://schemas.microsoft.com/office/2006/metadata/properties"/>
    <ds:schemaRef ds:uri="http://schemas.microsoft.com/office/infopath/2007/PartnerControls"/>
    <ds:schemaRef ds:uri="7fe71cfb-81ed-4b9d-9a1f-cae1a72b62ba"/>
    <ds:schemaRef ds:uri="184be059-f9c1-47a1-baeb-6b78fb5c2cd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FIS_CZ_16_9</Template>
  <TotalTime>286</TotalTime>
  <Words>1311</Words>
  <Application>Microsoft Office PowerPoint</Application>
  <PresentationFormat>Širokoúhlá obrazovka</PresentationFormat>
  <Paragraphs>181</Paragraphs>
  <Slides>28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28</vt:i4>
      </vt:variant>
    </vt:vector>
  </HeadingPairs>
  <TitlesOfParts>
    <vt:vector size="33" baseType="lpstr">
      <vt:lpstr>Arial</vt:lpstr>
      <vt:lpstr>Calibri</vt:lpstr>
      <vt:lpstr>Úvodní snímek</vt:lpstr>
      <vt:lpstr>Mezititulek / Závěr</vt:lpstr>
      <vt:lpstr>Běžné stránky</vt:lpstr>
      <vt:lpstr>Analýza závislosti počasí v Londýně na objednávky s sebou ve vybrané restauraci</vt:lpstr>
      <vt:lpstr>Obsah</vt:lpstr>
      <vt:lpstr>Detailní popis datasetů včetně profilu dat, zdroj </vt:lpstr>
      <vt:lpstr>Základní informace o datasetech</vt:lpstr>
      <vt:lpstr>London weather data - Analýza</vt:lpstr>
      <vt:lpstr>Takeaway Food Orders – Analýza</vt:lpstr>
      <vt:lpstr>Cíle analýzy </vt:lpstr>
      <vt:lpstr>Cíle analýzy</vt:lpstr>
      <vt:lpstr>Detailní analýza a příprava dat</vt:lpstr>
      <vt:lpstr>London weather data – Chybějící data</vt:lpstr>
      <vt:lpstr>London weather data – kategorizace</vt:lpstr>
      <vt:lpstr>London weather data – kategorizace</vt:lpstr>
      <vt:lpstr>London weather data – kategorizace</vt:lpstr>
      <vt:lpstr>London weather data – kategorizace</vt:lpstr>
      <vt:lpstr>London weather data – kategorizace</vt:lpstr>
      <vt:lpstr>London weather data – kategorizace</vt:lpstr>
      <vt:lpstr>London weather data – kategorizace</vt:lpstr>
      <vt:lpstr>London weather data – Další úpravy</vt:lpstr>
      <vt:lpstr>Takeaway Food Orders – Chybějící záznamy</vt:lpstr>
      <vt:lpstr>Takeaway Food Orders – Chybějící záznamy</vt:lpstr>
      <vt:lpstr>Takeaway Food Orders – změna formátu</vt:lpstr>
      <vt:lpstr>Takeaway Food Orders – změna formátu</vt:lpstr>
      <vt:lpstr>Takeaway Food Orders – Další úpravy</vt:lpstr>
      <vt:lpstr>Návrhy oblastí k analýze a způsob řešení otázek</vt:lpstr>
      <vt:lpstr>Návrhy oblastí k analýze</vt:lpstr>
      <vt:lpstr>Způsob řešení otázek</vt:lpstr>
      <vt:lpstr>Zdroje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Beneda</dc:creator>
  <cp:lastModifiedBy>Tomáš Beneda</cp:lastModifiedBy>
  <cp:revision>1</cp:revision>
  <dcterms:created xsi:type="dcterms:W3CDTF">2025-10-18T15:38:01Z</dcterms:created>
  <dcterms:modified xsi:type="dcterms:W3CDTF">2025-10-18T20:24:33Z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